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3"/>
  </p:sldMasterIdLst>
  <p:notesMasterIdLst>
    <p:notesMasterId r:id="rId18"/>
  </p:notesMasterIdLst>
  <p:sldIdLst>
    <p:sldId id="256" r:id="rId4"/>
    <p:sldId id="331" r:id="rId5"/>
    <p:sldId id="335" r:id="rId6"/>
    <p:sldId id="333" r:id="rId7"/>
    <p:sldId id="338" r:id="rId8"/>
    <p:sldId id="339" r:id="rId9"/>
    <p:sldId id="340" r:id="rId10"/>
    <p:sldId id="341" r:id="rId11"/>
    <p:sldId id="342" r:id="rId12"/>
    <p:sldId id="343" r:id="rId13"/>
    <p:sldId id="344" r:id="rId14"/>
    <p:sldId id="345" r:id="rId15"/>
    <p:sldId id="346" r:id="rId16"/>
    <p:sldId id="301" r:id="rId17"/>
  </p:sldIdLst>
  <p:sldSz cx="10969625" cy="6170613"/>
  <p:notesSz cx="6858000" cy="9144000"/>
  <p:custDataLst>
    <p:tags r:id="rId19"/>
  </p:custDataLst>
  <p:defaultTextStyle>
    <a:defPPr>
      <a:defRPr lang="de-DE"/>
    </a:defPPr>
    <a:lvl1pPr algn="l" rtl="0" fontAlgn="base">
      <a:spcBef>
        <a:spcPct val="0"/>
      </a:spcBef>
      <a:spcAft>
        <a:spcPct val="0"/>
      </a:spcAft>
      <a:defRPr kern="1200">
        <a:solidFill>
          <a:schemeClr val="tx1"/>
        </a:solidFill>
        <a:latin typeface="Bosch Office Sans" pitchFamily="34" charset="0"/>
        <a:ea typeface="+mn-ea"/>
        <a:cs typeface="+mn-cs"/>
      </a:defRPr>
    </a:lvl1pPr>
    <a:lvl2pPr marL="411137" algn="l" rtl="0" fontAlgn="base">
      <a:spcBef>
        <a:spcPct val="0"/>
      </a:spcBef>
      <a:spcAft>
        <a:spcPct val="0"/>
      </a:spcAft>
      <a:defRPr kern="1200">
        <a:solidFill>
          <a:schemeClr val="tx1"/>
        </a:solidFill>
        <a:latin typeface="Bosch Office Sans" pitchFamily="34" charset="0"/>
        <a:ea typeface="+mn-ea"/>
        <a:cs typeface="+mn-cs"/>
      </a:defRPr>
    </a:lvl2pPr>
    <a:lvl3pPr marL="822275" algn="l" rtl="0" fontAlgn="base">
      <a:spcBef>
        <a:spcPct val="0"/>
      </a:spcBef>
      <a:spcAft>
        <a:spcPct val="0"/>
      </a:spcAft>
      <a:defRPr kern="1200">
        <a:solidFill>
          <a:schemeClr val="tx1"/>
        </a:solidFill>
        <a:latin typeface="Bosch Office Sans" pitchFamily="34" charset="0"/>
        <a:ea typeface="+mn-ea"/>
        <a:cs typeface="+mn-cs"/>
      </a:defRPr>
    </a:lvl3pPr>
    <a:lvl4pPr marL="1233411" algn="l" rtl="0" fontAlgn="base">
      <a:spcBef>
        <a:spcPct val="0"/>
      </a:spcBef>
      <a:spcAft>
        <a:spcPct val="0"/>
      </a:spcAft>
      <a:defRPr kern="1200">
        <a:solidFill>
          <a:schemeClr val="tx1"/>
        </a:solidFill>
        <a:latin typeface="Bosch Office Sans" pitchFamily="34" charset="0"/>
        <a:ea typeface="+mn-ea"/>
        <a:cs typeface="+mn-cs"/>
      </a:defRPr>
    </a:lvl4pPr>
    <a:lvl5pPr marL="1644549" algn="l" rtl="0" fontAlgn="base">
      <a:spcBef>
        <a:spcPct val="0"/>
      </a:spcBef>
      <a:spcAft>
        <a:spcPct val="0"/>
      </a:spcAft>
      <a:defRPr kern="1200">
        <a:solidFill>
          <a:schemeClr val="tx1"/>
        </a:solidFill>
        <a:latin typeface="Bosch Office Sans" pitchFamily="34" charset="0"/>
        <a:ea typeface="+mn-ea"/>
        <a:cs typeface="+mn-cs"/>
      </a:defRPr>
    </a:lvl5pPr>
    <a:lvl6pPr marL="2055686" algn="l" defTabSz="822275" rtl="0" eaLnBrk="1" latinLnBrk="0" hangingPunct="1">
      <a:defRPr kern="1200">
        <a:solidFill>
          <a:schemeClr val="tx1"/>
        </a:solidFill>
        <a:latin typeface="Bosch Office Sans" pitchFamily="34" charset="0"/>
        <a:ea typeface="+mn-ea"/>
        <a:cs typeface="+mn-cs"/>
      </a:defRPr>
    </a:lvl6pPr>
    <a:lvl7pPr marL="2466823" algn="l" defTabSz="822275" rtl="0" eaLnBrk="1" latinLnBrk="0" hangingPunct="1">
      <a:defRPr kern="1200">
        <a:solidFill>
          <a:schemeClr val="tx1"/>
        </a:solidFill>
        <a:latin typeface="Bosch Office Sans" pitchFamily="34" charset="0"/>
        <a:ea typeface="+mn-ea"/>
        <a:cs typeface="+mn-cs"/>
      </a:defRPr>
    </a:lvl7pPr>
    <a:lvl8pPr marL="2877960" algn="l" defTabSz="822275" rtl="0" eaLnBrk="1" latinLnBrk="0" hangingPunct="1">
      <a:defRPr kern="1200">
        <a:solidFill>
          <a:schemeClr val="tx1"/>
        </a:solidFill>
        <a:latin typeface="Bosch Office Sans" pitchFamily="34" charset="0"/>
        <a:ea typeface="+mn-ea"/>
        <a:cs typeface="+mn-cs"/>
      </a:defRPr>
    </a:lvl8pPr>
    <a:lvl9pPr marL="3289097" algn="l" defTabSz="822275" rtl="0" eaLnBrk="1" latinLnBrk="0" hangingPunct="1">
      <a:defRPr kern="1200">
        <a:solidFill>
          <a:schemeClr val="tx1"/>
        </a:solidFill>
        <a:latin typeface="Bosch Office Sans"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78" autoAdjust="0"/>
    <p:restoredTop sz="94660"/>
  </p:normalViewPr>
  <p:slideViewPr>
    <p:cSldViewPr snapToGrid="0">
      <p:cViewPr varScale="1">
        <p:scale>
          <a:sx n="126" d="100"/>
          <a:sy n="126" d="100"/>
        </p:scale>
        <p:origin x="468"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1.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tags" Target="tags/tag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07911F-CEAF-4F0B-98BD-EFB38C6572AA}" type="datetimeFigureOut">
              <a:rPr lang="de-DE" smtClean="0"/>
              <a:t>13.11.2023</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2D48B2-9EB0-4B37-9B35-FC11E2EA535A}" type="slidenum">
              <a:rPr lang="de-DE" smtClean="0"/>
              <a:t>‹#›</a:t>
            </a:fld>
            <a:endParaRPr lang="de-DE"/>
          </a:p>
        </p:txBody>
      </p:sp>
    </p:spTree>
    <p:extLst>
      <p:ext uri="{BB962C8B-B14F-4D97-AF65-F5344CB8AC3E}">
        <p14:creationId xmlns:p14="http://schemas.microsoft.com/office/powerpoint/2010/main" val="2203153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tx1">
                    <a:lumMod val="75000"/>
                    <a:lumOff val="25000"/>
                  </a:schemeClr>
                </a:solidFill>
                <a:latin typeface="Century Gothic" panose="020B0502020202020204" pitchFamily="34" charset="0"/>
                <a:ea typeface="微软雅黑" panose="020B0503020204020204" pitchFamily="34" charset="-122"/>
              </a:rPr>
              <a:t>线体</a:t>
            </a:r>
            <a:r>
              <a:rPr lang="en-US" altLang="zh-CN" sz="1200" b="1" dirty="0">
                <a:solidFill>
                  <a:schemeClr val="tx1">
                    <a:lumMod val="75000"/>
                    <a:lumOff val="25000"/>
                  </a:schemeClr>
                </a:solidFill>
                <a:latin typeface="Century Gothic" panose="020B0502020202020204" pitchFamily="34" charset="0"/>
                <a:ea typeface="微软雅黑" panose="020B0503020204020204" pitchFamily="34" charset="-122"/>
              </a:rPr>
              <a:t>PC</a:t>
            </a:r>
            <a:endParaRPr lang="zh-CN" altLang="en-US" sz="1200" b="1" dirty="0">
              <a:solidFill>
                <a:schemeClr val="tx1">
                  <a:lumMod val="75000"/>
                  <a:lumOff val="25000"/>
                </a:schemeClr>
              </a:solidFill>
              <a:latin typeface="Century Gothic" panose="020B0502020202020204" pitchFamily="34" charset="0"/>
              <a:ea typeface="微软雅黑" panose="020B0503020204020204" pitchFamily="34" charset="-122"/>
            </a:endParaRPr>
          </a:p>
          <a:p>
            <a:pPr marL="342900" indent="-342900">
              <a:buAutoNum type="arabicPeriod"/>
            </a:pPr>
            <a:r>
              <a:rPr lang="zh-CN" altLang="en-US" dirty="0"/>
              <a:t>线体</a:t>
            </a:r>
            <a:r>
              <a:rPr lang="en-US" altLang="zh-CN" dirty="0"/>
              <a:t>PC</a:t>
            </a:r>
            <a:r>
              <a:rPr lang="zh-CN" altLang="en-US" dirty="0"/>
              <a:t>硬件上，通过串口连接扫码枪。通过</a:t>
            </a:r>
            <a:r>
              <a:rPr lang="en-US" altLang="zh-CN" dirty="0"/>
              <a:t>io</a:t>
            </a:r>
            <a:r>
              <a:rPr lang="zh-CN" altLang="en-US" dirty="0"/>
              <a:t>控制器连接塔灯和传感器。否则现场这些终端没有可以接入的设备。</a:t>
            </a:r>
            <a:endParaRPr lang="en-US" altLang="zh-CN" dirty="0"/>
          </a:p>
          <a:p>
            <a:pPr marL="342900" indent="-342900">
              <a:buAutoNum type="arabicPeriod"/>
            </a:pPr>
            <a:r>
              <a:rPr lang="zh-CN" altLang="en-US" dirty="0"/>
              <a:t>线体</a:t>
            </a:r>
            <a:r>
              <a:rPr lang="en-US" altLang="zh-CN" dirty="0"/>
              <a:t>PC</a:t>
            </a:r>
            <a:r>
              <a:rPr lang="zh-CN" altLang="en-US" dirty="0"/>
              <a:t>软件上，控制线体防错逻辑的运行。如果这部分逻辑放到服务器来运行，需要提升服务器的性能。</a:t>
            </a:r>
            <a:endParaRPr lang="en-US" altLang="zh-CN" dirty="0"/>
          </a:p>
          <a:p>
            <a:pPr marL="342900" indent="-342900">
              <a:buAutoNum type="arabicPeriod"/>
            </a:pPr>
            <a:r>
              <a:rPr lang="zh-CN" altLang="en-US" dirty="0"/>
              <a:t>线体</a:t>
            </a:r>
            <a:r>
              <a:rPr lang="en-US" altLang="zh-CN" dirty="0"/>
              <a:t>PC</a:t>
            </a:r>
            <a:r>
              <a:rPr lang="zh-CN" altLang="en-US" dirty="0"/>
              <a:t>的显示屏，可以起到人机界面的作用。当发生异常状况时，可以通过这个界面来排查。</a:t>
            </a:r>
            <a:endParaRPr lang="en-US" altLang="zh-CN" dirty="0"/>
          </a:p>
          <a:p>
            <a:pPr marL="342900" indent="-342900">
              <a:buAutoNum type="arabicPeriod"/>
            </a:pPr>
            <a:r>
              <a:rPr lang="zh-CN" altLang="en-US" dirty="0"/>
              <a:t>通过</a:t>
            </a:r>
            <a:r>
              <a:rPr lang="en-US" altLang="zh-CN" dirty="0"/>
              <a:t>PC</a:t>
            </a:r>
            <a:r>
              <a:rPr lang="zh-CN" altLang="en-US" dirty="0"/>
              <a:t>人工可以进行换型操作，以及对应零部件显示，可实时查询历史记录。</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solidFill>
                <a:schemeClr val="tx1">
                  <a:lumMod val="75000"/>
                  <a:lumOff val="25000"/>
                </a:schemeClr>
              </a:solidFill>
              <a:latin typeface="Century Gothic" panose="020B0502020202020204" pitchFamily="34" charset="0"/>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tx1">
                    <a:lumMod val="75000"/>
                    <a:lumOff val="25000"/>
                  </a:schemeClr>
                </a:solidFill>
                <a:latin typeface="Century Gothic" panose="020B0502020202020204" pitchFamily="34" charset="0"/>
                <a:ea typeface="微软雅黑" panose="020B0503020204020204" pitchFamily="34" charset="-122"/>
              </a:rPr>
              <a:t>服务器：</a:t>
            </a:r>
            <a:endParaRPr lang="en-US" altLang="zh-CN" sz="1200" b="1" dirty="0">
              <a:solidFill>
                <a:schemeClr val="tx1">
                  <a:lumMod val="75000"/>
                  <a:lumOff val="25000"/>
                </a:schemeClr>
              </a:solidFill>
              <a:latin typeface="Century Gothic" panose="020B0502020202020204" pitchFamily="34" charset="0"/>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服务器起到数据存储和总控的作用。</a:t>
            </a:r>
            <a:endParaRPr lang="en-US" altLang="zh-CN" sz="1200" b="1" dirty="0">
              <a:solidFill>
                <a:schemeClr val="tx1">
                  <a:lumMod val="75000"/>
                  <a:lumOff val="25000"/>
                </a:schemeClr>
              </a:solidFill>
              <a:latin typeface="Century Gothic" panose="020B0502020202020204" pitchFamily="34" charset="0"/>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solidFill>
                <a:schemeClr val="tx1">
                  <a:lumMod val="75000"/>
                  <a:lumOff val="25000"/>
                </a:schemeClr>
              </a:solidFill>
              <a:latin typeface="Century Gothic" panose="020B0502020202020204" pitchFamily="34" charset="0"/>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chemeClr val="tx1">
                    <a:lumMod val="75000"/>
                    <a:lumOff val="25000"/>
                  </a:schemeClr>
                </a:solidFill>
                <a:latin typeface="Century Gothic" panose="020B0502020202020204" pitchFamily="34" charset="0"/>
                <a:ea typeface="微软雅黑" panose="020B0503020204020204" pitchFamily="34" charset="-122"/>
              </a:rPr>
              <a:t>系统目视化界面</a:t>
            </a:r>
          </a:p>
          <a:p>
            <a:r>
              <a:rPr lang="en-US" altLang="zh-CN" sz="1200" dirty="0"/>
              <a:t>pc</a:t>
            </a:r>
            <a:r>
              <a:rPr lang="zh-CN" altLang="en-US" sz="1200" dirty="0"/>
              <a:t>界面：</a:t>
            </a:r>
          </a:p>
          <a:p>
            <a:r>
              <a:rPr lang="zh-CN" altLang="en-US" sz="1200" dirty="0"/>
              <a:t>1.pc 界面具备数据扫描识别显示界面，显示扫描到的数据信息和匹配结果，补料信息记录。</a:t>
            </a:r>
          </a:p>
          <a:p>
            <a:r>
              <a:rPr lang="zh-CN" altLang="en-US" sz="1200" dirty="0"/>
              <a:t>2.Pc界面具备数据补录功能</a:t>
            </a:r>
          </a:p>
          <a:p>
            <a:r>
              <a:rPr lang="zh-CN" altLang="en-US" sz="1200" dirty="0"/>
              <a:t>3.Pc界面具备数据查询功能</a:t>
            </a:r>
          </a:p>
          <a:p>
            <a:r>
              <a:rPr lang="zh-CN" altLang="en-US" sz="1200" dirty="0"/>
              <a:t>4.Pc界面具备数据录入功能</a:t>
            </a:r>
          </a:p>
          <a:p>
            <a:r>
              <a:rPr lang="zh-CN" altLang="en-US" sz="1200" dirty="0"/>
              <a:t>5.Pc界面具备数据维护功能</a:t>
            </a:r>
          </a:p>
          <a:p>
            <a:r>
              <a:rPr lang="zh-CN" altLang="en-US" sz="1200" dirty="0"/>
              <a:t>6.Pc界面具备信息报警功能</a:t>
            </a:r>
            <a:endParaRPr lang="en-US" altLang="zh-CN" sz="1200" dirty="0"/>
          </a:p>
          <a:p>
            <a:r>
              <a:rPr lang="en-US" altLang="zh-CN" sz="1200" dirty="0"/>
              <a:t>7.</a:t>
            </a:r>
            <a:r>
              <a:rPr lang="zh-CN" altLang="en-US" sz="1200" dirty="0"/>
              <a:t>故障显示与确认功能</a:t>
            </a:r>
          </a:p>
        </p:txBody>
      </p:sp>
      <p:sp>
        <p:nvSpPr>
          <p:cNvPr id="4" name="Slide Number Placeholder 3"/>
          <p:cNvSpPr>
            <a:spLocks noGrp="1"/>
          </p:cNvSpPr>
          <p:nvPr>
            <p:ph type="sldNum" sz="quarter" idx="5"/>
          </p:nvPr>
        </p:nvSpPr>
        <p:spPr/>
        <p:txBody>
          <a:bodyPr/>
          <a:lstStyle/>
          <a:p>
            <a:fld id="{492D48B2-9EB0-4B37-9B35-FC11E2EA535A}" type="slidenum">
              <a:rPr lang="de-DE" smtClean="0"/>
              <a:t>5</a:t>
            </a:fld>
            <a:endParaRPr lang="de-DE"/>
          </a:p>
        </p:txBody>
      </p:sp>
    </p:spTree>
    <p:extLst>
      <p:ext uri="{BB962C8B-B14F-4D97-AF65-F5344CB8AC3E}">
        <p14:creationId xmlns:p14="http://schemas.microsoft.com/office/powerpoint/2010/main" val="14711698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horizontal ">
    <p:spTree>
      <p:nvGrpSpPr>
        <p:cNvPr id="1" name=""/>
        <p:cNvGrpSpPr/>
        <p:nvPr/>
      </p:nvGrpSpPr>
      <p:grpSpPr>
        <a:xfrm>
          <a:off x="0" y="0"/>
          <a:ext cx="0" cy="0"/>
          <a:chOff x="0" y="0"/>
          <a:chExt cx="0" cy="0"/>
        </a:xfrm>
      </p:grpSpPr>
      <p:pic>
        <p:nvPicPr>
          <p:cNvPr id="9" name="Logo">
            <a:extLst>
              <a:ext uri="{FF2B5EF4-FFF2-40B4-BE49-F238E27FC236}">
                <a16:creationId xmlns:a16="http://schemas.microsoft.com/office/drawing/2014/main" id="{BF558F48-F6D6-4568-8DA6-55FAE81CC26F}"/>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8" name="Title 1">
            <a:extLst>
              <a:ext uri="{FF2B5EF4-FFF2-40B4-BE49-F238E27FC236}">
                <a16:creationId xmlns:a16="http://schemas.microsoft.com/office/drawing/2014/main" id="{7FD8C3B7-D4C2-49FB-A234-B9EF65EF0E25}"/>
              </a:ext>
            </a:extLst>
          </p:cNvPr>
          <p:cNvSpPr>
            <a:spLocks noGrp="1"/>
          </p:cNvSpPr>
          <p:nvPr>
            <p:ph type="ctrTitle" hasCustomPrompt="1"/>
          </p:nvPr>
        </p:nvSpPr>
        <p:spPr>
          <a:xfrm>
            <a:off x="547200" y="2602898"/>
            <a:ext cx="9268637" cy="1507549"/>
          </a:xfrm>
          <a:ln w="0">
            <a:noFill/>
          </a:ln>
          <a:effectLst/>
        </p:spPr>
        <p:txBody>
          <a:bodyPr anchor="b" anchorCtr="0">
            <a:normAutofit/>
          </a:bodyPr>
          <a:lstStyle>
            <a:lvl1pPr algn="l">
              <a:lnSpc>
                <a:spcPct val="100000"/>
              </a:lnSpc>
              <a:defRPr sz="4000" b="1" kern="0" cap="none" baseline="0">
                <a:solidFill>
                  <a:schemeClr val="tx1"/>
                </a:solidFill>
              </a:defRPr>
            </a:lvl1pPr>
          </a:lstStyle>
          <a:p>
            <a:r>
              <a:rPr lang="en-US" noProof="1"/>
              <a:t>Presentation title</a:t>
            </a:r>
          </a:p>
        </p:txBody>
      </p:sp>
      <p:sp>
        <p:nvSpPr>
          <p:cNvPr id="7" name="Text Placeholder 2">
            <a:extLst>
              <a:ext uri="{FF2B5EF4-FFF2-40B4-BE49-F238E27FC236}">
                <a16:creationId xmlns:a16="http://schemas.microsoft.com/office/drawing/2014/main" id="{77B0DFCC-F037-4745-849A-E2902A32AC76}"/>
              </a:ext>
            </a:extLst>
          </p:cNvPr>
          <p:cNvSpPr>
            <a:spLocks noGrp="1"/>
          </p:cNvSpPr>
          <p:nvPr>
            <p:ph type="body" sz="quarter" idx="1" hasCustomPrompt="1"/>
          </p:nvPr>
        </p:nvSpPr>
        <p:spPr>
          <a:xfrm>
            <a:off x="547200" y="4241130"/>
            <a:ext cx="9268637" cy="1254369"/>
          </a:xfrm>
        </p:spPr>
        <p:txBody>
          <a:bodyPr>
            <a:normAutofit/>
          </a:bodyPr>
          <a:lstStyle>
            <a:lvl1pPr marL="0" indent="0">
              <a:buFontTx/>
              <a:buNone/>
              <a:defRPr sz="2400"/>
            </a:lvl1pPr>
            <a:lvl2pPr marL="457200" indent="0">
              <a:buFontTx/>
              <a:buNone/>
              <a:defRPr/>
            </a:lvl2pPr>
            <a:lvl3pPr marL="914400" indent="0">
              <a:buFontTx/>
              <a:buNone/>
              <a:defRPr/>
            </a:lvl3pPr>
            <a:lvl4pPr marL="1371600" indent="0">
              <a:buFontTx/>
              <a:buNone/>
              <a:defRPr/>
            </a:lvl4pPr>
            <a:lvl5pPr marL="1371600" indent="0">
              <a:buFontTx/>
              <a:buNone/>
              <a:defRPr/>
            </a:lvl5pPr>
          </a:lstStyle>
          <a:p>
            <a:pPr lvl="0"/>
            <a:r>
              <a:rPr lang="en-US" noProof="1"/>
              <a:t>Name, Department, Date</a:t>
            </a:r>
          </a:p>
        </p:txBody>
      </p:sp>
      <p:pic>
        <p:nvPicPr>
          <p:cNvPr id="4" name="SuperGraphic">
            <a:extLst>
              <a:ext uri="{FF2B5EF4-FFF2-40B4-BE49-F238E27FC236}">
                <a16:creationId xmlns:a16="http://schemas.microsoft.com/office/drawing/2014/main" id="{862C2846-F73C-4F37-B810-57D2567D11EB}"/>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0969200" cy="2056725"/>
          </a:xfrm>
          <a:prstGeom prst="rect">
            <a:avLst/>
          </a:prstGeom>
        </p:spPr>
      </p:pic>
    </p:spTree>
    <p:extLst>
      <p:ext uri="{BB962C8B-B14F-4D97-AF65-F5344CB8AC3E}">
        <p14:creationId xmlns:p14="http://schemas.microsoft.com/office/powerpoint/2010/main" val="2149848536"/>
      </p:ext>
    </p:extLst>
  </p:cSld>
  <p:clrMapOvr>
    <a:masterClrMapping/>
  </p:clrMapOvr>
  <p:hf sldNum="0" hdr="0" ftr="0" dt="0"/>
  <p:extLst>
    <p:ext uri="{DCECCB84-F9BA-43D5-87BE-67443E8EF086}">
      <p15:sldGuideLst xmlns:p15="http://schemas.microsoft.com/office/powerpoint/2012/main">
        <p15:guide id="1" pos="428" userDrawn="1">
          <p15:clr>
            <a:srgbClr val="FBAE40"/>
          </p15:clr>
        </p15:guide>
        <p15:guide id="2" pos="6185" userDrawn="1">
          <p15:clr>
            <a:srgbClr val="FBAE40"/>
          </p15:clr>
        </p15:guide>
        <p15:guide id="3" orient="horz" pos="1290" userDrawn="1">
          <p15:clr>
            <a:srgbClr val="FBAE40"/>
          </p15:clr>
        </p15:guide>
        <p15:guide id="4" orient="horz" pos="2590" userDrawn="1">
          <p15:clr>
            <a:srgbClr val="FBAE40"/>
          </p15:clr>
        </p15:guide>
        <p15:guide id="5" orient="horz" pos="2664" userDrawn="1">
          <p15:clr>
            <a:srgbClr val="FBAE40"/>
          </p15:clr>
        </p15:guide>
        <p15:guide id="6" orient="horz" pos="347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vertical ">
    <p:spTree>
      <p:nvGrpSpPr>
        <p:cNvPr id="1" name=""/>
        <p:cNvGrpSpPr/>
        <p:nvPr/>
      </p:nvGrpSpPr>
      <p:grpSpPr>
        <a:xfrm>
          <a:off x="0" y="0"/>
          <a:ext cx="0" cy="0"/>
          <a:chOff x="0" y="0"/>
          <a:chExt cx="0" cy="0"/>
        </a:xfrm>
      </p:grpSpPr>
      <p:pic>
        <p:nvPicPr>
          <p:cNvPr id="9" name="Logo">
            <a:extLst>
              <a:ext uri="{FF2B5EF4-FFF2-40B4-BE49-F238E27FC236}">
                <a16:creationId xmlns:a16="http://schemas.microsoft.com/office/drawing/2014/main" id="{43858496-C239-47F8-BDF4-1C95D89182D0}"/>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8" name="Title 1">
            <a:extLst>
              <a:ext uri="{FF2B5EF4-FFF2-40B4-BE49-F238E27FC236}">
                <a16:creationId xmlns:a16="http://schemas.microsoft.com/office/drawing/2014/main" id="{7FD8C3B7-D4C2-49FB-A234-B9EF65EF0E25}"/>
              </a:ext>
            </a:extLst>
          </p:cNvPr>
          <p:cNvSpPr>
            <a:spLocks noGrp="1"/>
          </p:cNvSpPr>
          <p:nvPr>
            <p:ph type="ctrTitle" hasCustomPrompt="1"/>
          </p:nvPr>
        </p:nvSpPr>
        <p:spPr>
          <a:xfrm>
            <a:off x="3289593" y="1152144"/>
            <a:ext cx="7132831" cy="2044365"/>
          </a:xfrm>
          <a:ln w="0">
            <a:noFill/>
          </a:ln>
          <a:effectLst/>
        </p:spPr>
        <p:txBody>
          <a:bodyPr anchor="b" anchorCtr="0">
            <a:normAutofit/>
          </a:bodyPr>
          <a:lstStyle>
            <a:lvl1pPr algn="l">
              <a:lnSpc>
                <a:spcPct val="100000"/>
              </a:lnSpc>
              <a:defRPr sz="4000" b="1" kern="0" cap="none" baseline="0">
                <a:solidFill>
                  <a:schemeClr val="tx1"/>
                </a:solidFill>
              </a:defRPr>
            </a:lvl1pPr>
          </a:lstStyle>
          <a:p>
            <a:r>
              <a:rPr lang="en-US" noProof="1"/>
              <a:t>Presentation title</a:t>
            </a:r>
          </a:p>
        </p:txBody>
      </p:sp>
      <p:sp>
        <p:nvSpPr>
          <p:cNvPr id="4" name="Text Placeholder 2">
            <a:extLst>
              <a:ext uri="{FF2B5EF4-FFF2-40B4-BE49-F238E27FC236}">
                <a16:creationId xmlns:a16="http://schemas.microsoft.com/office/drawing/2014/main" id="{55C2B86F-C1CA-4E64-9221-A99B4E89D289}"/>
              </a:ext>
            </a:extLst>
          </p:cNvPr>
          <p:cNvSpPr>
            <a:spLocks noGrp="1"/>
          </p:cNvSpPr>
          <p:nvPr>
            <p:ph type="body" sz="quarter" idx="1" hasCustomPrompt="1"/>
          </p:nvPr>
        </p:nvSpPr>
        <p:spPr>
          <a:xfrm>
            <a:off x="3289593" y="3327191"/>
            <a:ext cx="7132831" cy="1254369"/>
          </a:xfrm>
        </p:spPr>
        <p:txBody>
          <a:bodyPr>
            <a:normAutofit/>
          </a:bodyPr>
          <a:lstStyle>
            <a:lvl1pPr marL="0" indent="0">
              <a:buFontTx/>
              <a:buNone/>
              <a:defRPr sz="2400"/>
            </a:lvl1pPr>
            <a:lvl2pPr marL="457200" indent="0">
              <a:buFontTx/>
              <a:buNone/>
              <a:defRPr/>
            </a:lvl2pPr>
            <a:lvl3pPr marL="914400" indent="0">
              <a:buFontTx/>
              <a:buNone/>
              <a:defRPr/>
            </a:lvl3pPr>
            <a:lvl4pPr marL="1371600" indent="0">
              <a:buFontTx/>
              <a:buNone/>
              <a:defRPr/>
            </a:lvl4pPr>
            <a:lvl5pPr marL="1371600" indent="0">
              <a:buFontTx/>
              <a:buNone/>
              <a:defRPr/>
            </a:lvl5pPr>
          </a:lstStyle>
          <a:p>
            <a:pPr lvl="0"/>
            <a:r>
              <a:rPr lang="en-US" noProof="1"/>
              <a:t>Name, Department, Date</a:t>
            </a:r>
          </a:p>
        </p:txBody>
      </p:sp>
      <p:pic>
        <p:nvPicPr>
          <p:cNvPr id="3" name="SuperGraphic">
            <a:extLst>
              <a:ext uri="{FF2B5EF4-FFF2-40B4-BE49-F238E27FC236}">
                <a16:creationId xmlns:a16="http://schemas.microsoft.com/office/drawing/2014/main" id="{8E3B306C-041F-4487-8C98-1BF9B6BE172F}"/>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2742494" cy="6170613"/>
          </a:xfrm>
          <a:prstGeom prst="rect">
            <a:avLst/>
          </a:prstGeom>
        </p:spPr>
      </p:pic>
    </p:spTree>
    <p:extLst>
      <p:ext uri="{BB962C8B-B14F-4D97-AF65-F5344CB8AC3E}">
        <p14:creationId xmlns:p14="http://schemas.microsoft.com/office/powerpoint/2010/main" val="1621930316"/>
      </p:ext>
    </p:extLst>
  </p:cSld>
  <p:clrMapOvr>
    <a:masterClrMapping/>
  </p:clrMapOvr>
  <p:hf sldNum="0" hdr="0" ftr="0" dt="0"/>
  <p:extLst>
    <p:ext uri="{DCECCB84-F9BA-43D5-87BE-67443E8EF086}">
      <p15:sldGuideLst xmlns:p15="http://schemas.microsoft.com/office/powerpoint/2012/main">
        <p15:guide id="1" pos="2153" userDrawn="1">
          <p15:clr>
            <a:srgbClr val="FBAE40"/>
          </p15:clr>
        </p15:guide>
        <p15:guide id="2" pos="6491" userDrawn="1">
          <p15:clr>
            <a:srgbClr val="FBAE40"/>
          </p15:clr>
        </p15:guide>
        <p15:guide id="3" orient="horz" pos="2088" userDrawn="1">
          <p15:clr>
            <a:srgbClr val="FBAE40"/>
          </p15:clr>
        </p15:guide>
        <p15:guide id="4" orient="horz" pos="2014" userDrawn="1">
          <p15:clr>
            <a:srgbClr val="FBAE40"/>
          </p15:clr>
        </p15:guide>
        <p15:guide id="5" orient="horz" pos="347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hapter horizontal ">
    <p:spTree>
      <p:nvGrpSpPr>
        <p:cNvPr id="1" name=""/>
        <p:cNvGrpSpPr/>
        <p:nvPr/>
      </p:nvGrpSpPr>
      <p:grpSpPr>
        <a:xfrm>
          <a:off x="0" y="0"/>
          <a:ext cx="0" cy="0"/>
          <a:chOff x="0" y="0"/>
          <a:chExt cx="0" cy="0"/>
        </a:xfrm>
      </p:grpSpPr>
      <p:pic>
        <p:nvPicPr>
          <p:cNvPr id="9" name="Logo">
            <a:extLst>
              <a:ext uri="{FF2B5EF4-FFF2-40B4-BE49-F238E27FC236}">
                <a16:creationId xmlns:a16="http://schemas.microsoft.com/office/drawing/2014/main" id="{E881C9CD-D10B-4CDB-B44D-3FBD5D07A516}"/>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6" name="Chapter_title">
            <a:extLst>
              <a:ext uri="{FF2B5EF4-FFF2-40B4-BE49-F238E27FC236}">
                <a16:creationId xmlns:a16="http://schemas.microsoft.com/office/drawing/2014/main" id="{EE80FFE3-B9B2-433E-9111-10990FD419AB}"/>
              </a:ext>
            </a:extLst>
          </p:cNvPr>
          <p:cNvSpPr>
            <a:spLocks noGrp="1"/>
          </p:cNvSpPr>
          <p:nvPr>
            <p:ph type="body" sz="quarter" idx="15" hasCustomPrompt="1"/>
          </p:nvPr>
        </p:nvSpPr>
        <p:spPr>
          <a:xfrm>
            <a:off x="547200" y="2602896"/>
            <a:ext cx="9268637" cy="2892602"/>
          </a:xfrm>
          <a:ln w="0">
            <a:noFill/>
          </a:ln>
          <a:effectLst/>
        </p:spPr>
        <p:txBody>
          <a:bodyPr anchor="t" anchorCtr="0">
            <a:normAutofit/>
          </a:bodyPr>
          <a:lstStyle>
            <a:lvl1pPr marL="0" indent="0" algn="l">
              <a:lnSpc>
                <a:spcPct val="100000"/>
              </a:lnSpc>
              <a:spcBef>
                <a:spcPts val="0"/>
              </a:spcBef>
              <a:buFontTx/>
              <a:buNone/>
              <a:defRPr sz="4000" b="1" kern="0" cap="none" baseline="0">
                <a:solidFill>
                  <a:schemeClr val="tx1"/>
                </a:solidFill>
              </a:defRPr>
            </a:lvl1pPr>
          </a:lstStyle>
          <a:p>
            <a:r>
              <a:rPr lang="en-US" noProof="1"/>
              <a:t>Chapter title</a:t>
            </a:r>
          </a:p>
        </p:txBody>
      </p:sp>
      <p:sp>
        <p:nvSpPr>
          <p:cNvPr id="3" name="RectangleCol">
            <a:extLst>
              <a:ext uri="{FF2B5EF4-FFF2-40B4-BE49-F238E27FC236}">
                <a16:creationId xmlns:a16="http://schemas.microsoft.com/office/drawing/2014/main" id="{5DD958C9-7251-4FEC-9785-C1A6CE9F6847}"/>
              </a:ext>
            </a:extLst>
          </p:cNvPr>
          <p:cNvSpPr>
            <a:spLocks noSelect="1" noChangeAspect="1"/>
          </p:cNvSpPr>
          <p:nvPr userDrawn="1"/>
        </p:nvSpPr>
        <p:spPr>
          <a:xfrm>
            <a:off x="0" y="99"/>
            <a:ext cx="10969625" cy="2055600"/>
          </a:xfrm>
          <a:prstGeom prst="rect">
            <a:avLst/>
          </a:pr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de-DE" sz="18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4" name="Text Placeholder 3">
            <a:extLst>
              <a:ext uri="{FF2B5EF4-FFF2-40B4-BE49-F238E27FC236}">
                <a16:creationId xmlns:a16="http://schemas.microsoft.com/office/drawing/2014/main" id="{D9EAE105-4DC3-4775-A78C-B758C32ACFF6}"/>
              </a:ext>
            </a:extLst>
          </p:cNvPr>
          <p:cNvSpPr>
            <a:spLocks noGrp="1"/>
          </p:cNvSpPr>
          <p:nvPr>
            <p:ph type="ctrTitle" hasCustomPrompt="1"/>
          </p:nvPr>
        </p:nvSpPr>
        <p:spPr>
          <a:xfrm>
            <a:off x="465781" y="98"/>
            <a:ext cx="2207942" cy="2055600"/>
          </a:xfrm>
        </p:spPr>
        <p:txBody>
          <a:bodyPr bIns="72000" anchor="ctr"/>
          <a:lstStyle>
            <a:lvl1pPr marL="0" indent="0">
              <a:lnSpc>
                <a:spcPct val="100000"/>
              </a:lnSpc>
              <a:spcBef>
                <a:spcPts val="500"/>
              </a:spcBef>
              <a:buFontTx/>
              <a:buNone/>
              <a:defRPr sz="15000" b="1" kern="0" baseline="0">
                <a:solidFill>
                  <a:schemeClr val="bg1"/>
                </a:solidFill>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a:t>00</a:t>
            </a:r>
          </a:p>
        </p:txBody>
      </p:sp>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Tree>
    <p:extLst>
      <p:ext uri="{BB962C8B-B14F-4D97-AF65-F5344CB8AC3E}">
        <p14:creationId xmlns:p14="http://schemas.microsoft.com/office/powerpoint/2010/main" val="3828809399"/>
      </p:ext>
    </p:extLst>
  </p:cSld>
  <p:clrMapOvr>
    <a:masterClrMapping/>
  </p:clrMapOvr>
  <p:hf sldNum="0" hdr="0" ftr="0" dt="0"/>
  <p:extLst>
    <p:ext uri="{DCECCB84-F9BA-43D5-87BE-67443E8EF086}">
      <p15:sldGuideLst xmlns:p15="http://schemas.microsoft.com/office/powerpoint/2012/main">
        <p15:guide id="1" pos="342" userDrawn="1">
          <p15:clr>
            <a:srgbClr val="FBAE40"/>
          </p15:clr>
        </p15:guide>
        <p15:guide id="2" pos="6165" userDrawn="1">
          <p15:clr>
            <a:srgbClr val="FBAE40"/>
          </p15:clr>
        </p15:guide>
        <p15:guide id="3" orient="horz" pos="1557" userDrawn="1">
          <p15:clr>
            <a:srgbClr val="FBAE40"/>
          </p15:clr>
        </p15:guide>
        <p15:guide id="4" orient="horz" pos="28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hapter vertical ">
    <p:spTree>
      <p:nvGrpSpPr>
        <p:cNvPr id="1" name=""/>
        <p:cNvGrpSpPr/>
        <p:nvPr/>
      </p:nvGrpSpPr>
      <p:grpSpPr>
        <a:xfrm>
          <a:off x="0" y="0"/>
          <a:ext cx="0" cy="0"/>
          <a:chOff x="0" y="0"/>
          <a:chExt cx="0" cy="0"/>
        </a:xfrm>
      </p:grpSpPr>
      <p:pic>
        <p:nvPicPr>
          <p:cNvPr id="7" name="Logo">
            <a:extLst>
              <a:ext uri="{FF2B5EF4-FFF2-40B4-BE49-F238E27FC236}">
                <a16:creationId xmlns:a16="http://schemas.microsoft.com/office/drawing/2014/main" id="{E5083679-3829-4F0B-9E1A-B4E6F314AFD2}"/>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6" name="Chapter_title">
            <a:extLst>
              <a:ext uri="{FF2B5EF4-FFF2-40B4-BE49-F238E27FC236}">
                <a16:creationId xmlns:a16="http://schemas.microsoft.com/office/drawing/2014/main" id="{EE80FFE3-B9B2-433E-9111-10990FD419AB}"/>
              </a:ext>
            </a:extLst>
          </p:cNvPr>
          <p:cNvSpPr>
            <a:spLocks noGrp="1"/>
          </p:cNvSpPr>
          <p:nvPr>
            <p:ph type="body" sz="quarter" idx="15" hasCustomPrompt="1"/>
          </p:nvPr>
        </p:nvSpPr>
        <p:spPr>
          <a:xfrm>
            <a:off x="3279831" y="1200075"/>
            <a:ext cx="7072741" cy="3142785"/>
          </a:xfrm>
          <a:ln w="0">
            <a:noFill/>
          </a:ln>
          <a:effectLst/>
        </p:spPr>
        <p:txBody>
          <a:bodyPr anchor="t" anchorCtr="0">
            <a:normAutofit/>
          </a:bodyPr>
          <a:lstStyle>
            <a:lvl1pPr marL="0" indent="0" algn="l">
              <a:lnSpc>
                <a:spcPct val="100000"/>
              </a:lnSpc>
              <a:spcBef>
                <a:spcPts val="0"/>
              </a:spcBef>
              <a:buFontTx/>
              <a:buNone/>
              <a:defRPr sz="4000" b="1" kern="0" cap="none" baseline="0">
                <a:solidFill>
                  <a:schemeClr val="tx1"/>
                </a:solidFill>
              </a:defRPr>
            </a:lvl1pPr>
          </a:lstStyle>
          <a:p>
            <a:r>
              <a:rPr lang="en-US" noProof="1"/>
              <a:t>Chapter title</a:t>
            </a:r>
          </a:p>
        </p:txBody>
      </p:sp>
      <p:sp>
        <p:nvSpPr>
          <p:cNvPr id="3" name="RectangleCol">
            <a:extLst>
              <a:ext uri="{FF2B5EF4-FFF2-40B4-BE49-F238E27FC236}">
                <a16:creationId xmlns:a16="http://schemas.microsoft.com/office/drawing/2014/main" id="{5DD958C9-7251-4FEC-9785-C1A6CE9F6847}"/>
              </a:ext>
            </a:extLst>
          </p:cNvPr>
          <p:cNvSpPr>
            <a:spLocks noSelect="1" noChangeAspect="1"/>
          </p:cNvSpPr>
          <p:nvPr userDrawn="1"/>
        </p:nvSpPr>
        <p:spPr>
          <a:xfrm>
            <a:off x="-1" y="99"/>
            <a:ext cx="2739600" cy="6170514"/>
          </a:xfrm>
          <a:prstGeom prst="rect">
            <a:avLst/>
          </a:pr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de-DE" sz="18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4" name="Text Placeholder 3">
            <a:extLst>
              <a:ext uri="{FF2B5EF4-FFF2-40B4-BE49-F238E27FC236}">
                <a16:creationId xmlns:a16="http://schemas.microsoft.com/office/drawing/2014/main" id="{D9EAE105-4DC3-4775-A78C-B758C32ACFF6}"/>
              </a:ext>
            </a:extLst>
          </p:cNvPr>
          <p:cNvSpPr>
            <a:spLocks noGrp="1"/>
          </p:cNvSpPr>
          <p:nvPr>
            <p:ph type="ctrTitle" hasCustomPrompt="1"/>
          </p:nvPr>
        </p:nvSpPr>
        <p:spPr>
          <a:xfrm>
            <a:off x="464400" y="99"/>
            <a:ext cx="2207942" cy="2055600"/>
          </a:xfrm>
        </p:spPr>
        <p:txBody>
          <a:bodyPr bIns="72000" anchor="ctr"/>
          <a:lstStyle>
            <a:lvl1pPr marL="0" indent="0">
              <a:lnSpc>
                <a:spcPct val="100000"/>
              </a:lnSpc>
              <a:spcBef>
                <a:spcPts val="500"/>
              </a:spcBef>
              <a:buFontTx/>
              <a:buNone/>
              <a:defRPr sz="15000" b="1" kern="0" baseline="0">
                <a:solidFill>
                  <a:schemeClr val="bg1"/>
                </a:solidFill>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a:t>00</a:t>
            </a:r>
          </a:p>
        </p:txBody>
      </p:sp>
      <p:pic>
        <p:nvPicPr>
          <p:cNvPr id="5" name="SuperGraphic">
            <a:extLst>
              <a:ext uri="{FF2B5EF4-FFF2-40B4-BE49-F238E27FC236}">
                <a16:creationId xmlns:a16="http://schemas.microsoft.com/office/drawing/2014/main" id="{B93399BE-B0B2-44B3-8FAE-18A968B3CDA4}"/>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00799" y="0"/>
            <a:ext cx="68562" cy="6170613"/>
          </a:xfrm>
          <a:prstGeom prst="rect">
            <a:avLst/>
          </a:prstGeom>
        </p:spPr>
      </p:pic>
    </p:spTree>
    <p:extLst>
      <p:ext uri="{BB962C8B-B14F-4D97-AF65-F5344CB8AC3E}">
        <p14:creationId xmlns:p14="http://schemas.microsoft.com/office/powerpoint/2010/main" val="833081435"/>
      </p:ext>
    </p:extLst>
  </p:cSld>
  <p:clrMapOvr>
    <a:masterClrMapping/>
  </p:clrMapOvr>
  <p:hf sldNum="0" hdr="0" ftr="0" dt="0"/>
  <p:extLst>
    <p:ext uri="{DCECCB84-F9BA-43D5-87BE-67443E8EF086}">
      <p15:sldGuideLst xmlns:p15="http://schemas.microsoft.com/office/powerpoint/2012/main">
        <p15:guide id="1" pos="2064" userDrawn="1">
          <p15:clr>
            <a:srgbClr val="FBAE40"/>
          </p15:clr>
        </p15:guide>
        <p15:guide id="2" pos="6165" userDrawn="1">
          <p15:clr>
            <a:srgbClr val="FBAE40"/>
          </p15:clr>
        </p15:guide>
        <p15:guide id="3" orient="horz" pos="754" userDrawn="1">
          <p15:clr>
            <a:srgbClr val="FBAE40"/>
          </p15:clr>
        </p15:guide>
        <p15:guide id="4" orient="horz" pos="2738" userDrawn="1">
          <p15:clr>
            <a:srgbClr val="FBAE40"/>
          </p15:clr>
        </p15:guide>
        <p15:guide id="5" pos="29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ull picture without text ">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926F8EF2-FFD9-4D48-A076-77C0B811BAB0}"/>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
        <p:nvSpPr>
          <p:cNvPr id="5" name="Picture Placeholder 4">
            <a:extLst>
              <a:ext uri="{FF2B5EF4-FFF2-40B4-BE49-F238E27FC236}">
                <a16:creationId xmlns:a16="http://schemas.microsoft.com/office/drawing/2014/main" id="{E4BBAF9A-7C35-481A-A051-34156DE6B27D}"/>
              </a:ext>
            </a:extLst>
          </p:cNvPr>
          <p:cNvSpPr>
            <a:spLocks noGrp="1"/>
          </p:cNvSpPr>
          <p:nvPr>
            <p:ph type="pic" sz="quarter" idx="1" hasCustomPrompt="1"/>
          </p:nvPr>
        </p:nvSpPr>
        <p:spPr>
          <a:xfrm>
            <a:off x="0" y="0"/>
            <a:ext cx="10969625" cy="5536800"/>
          </a:xfrm>
          <a:blipFill dpi="0" rotWithShape="1">
            <a:blip r:embed="rId4">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spTree>
    <p:extLst>
      <p:ext uri="{BB962C8B-B14F-4D97-AF65-F5344CB8AC3E}">
        <p14:creationId xmlns:p14="http://schemas.microsoft.com/office/powerpoint/2010/main" val="765800943"/>
      </p:ext>
    </p:extLst>
  </p:cSld>
  <p:clrMapOvr>
    <a:masterClrMapping/>
  </p:clrMapOvr>
  <p:hf sldNum="0" hdr="0" ftr="0" dt="0"/>
  <p:extLst>
    <p:ext uri="{DCECCB84-F9BA-43D5-87BE-67443E8EF086}">
      <p15:sldGuideLst xmlns:p15="http://schemas.microsoft.com/office/powerpoint/2012/main">
        <p15:guide id="4" orient="horz" pos="3489"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ull picture with text ">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B77066FA-8AE8-47E2-8A79-1355389EE471}"/>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
        <p:nvSpPr>
          <p:cNvPr id="9" name="Picture Placeholder 4">
            <a:extLst>
              <a:ext uri="{FF2B5EF4-FFF2-40B4-BE49-F238E27FC236}">
                <a16:creationId xmlns:a16="http://schemas.microsoft.com/office/drawing/2014/main" id="{E3AE72B7-66D7-4755-9A92-9BAA3A80886F}"/>
              </a:ext>
            </a:extLst>
          </p:cNvPr>
          <p:cNvSpPr>
            <a:spLocks noGrp="1"/>
          </p:cNvSpPr>
          <p:nvPr>
            <p:ph type="pic" sz="quarter" idx="1" hasCustomPrompt="1"/>
          </p:nvPr>
        </p:nvSpPr>
        <p:spPr>
          <a:xfrm>
            <a:off x="0" y="0"/>
            <a:ext cx="10969625" cy="5536800"/>
          </a:xfrm>
          <a:blipFill dpi="0" rotWithShape="1">
            <a:blip r:embed="rId4">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sp>
        <p:nvSpPr>
          <p:cNvPr id="3" name="Text Placeholder 2">
            <a:extLst>
              <a:ext uri="{FF2B5EF4-FFF2-40B4-BE49-F238E27FC236}">
                <a16:creationId xmlns:a16="http://schemas.microsoft.com/office/drawing/2014/main" id="{D346B548-69AA-497B-BD64-E14E4F9EA5F6}"/>
              </a:ext>
            </a:extLst>
          </p:cNvPr>
          <p:cNvSpPr>
            <a:spLocks noGrp="1"/>
          </p:cNvSpPr>
          <p:nvPr>
            <p:ph type="body" sz="quarter" idx="2" hasCustomPrompt="1"/>
          </p:nvPr>
        </p:nvSpPr>
        <p:spPr>
          <a:xfrm>
            <a:off x="406800" y="1036800"/>
            <a:ext cx="3780000" cy="2484000"/>
          </a:xfrm>
          <a:solidFill>
            <a:schemeClr val="bg1"/>
          </a:solidFill>
        </p:spPr>
        <p:txBody>
          <a:bodyPr lIns="252000" tIns="216000" rIns="252000" bIns="216000">
            <a:normAutofit/>
          </a:bodyPr>
          <a:lstStyle>
            <a:lvl1pPr marL="0" indent="0">
              <a:buFontTx/>
              <a:buNone/>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noProof="1"/>
              <a:t>Add Text</a:t>
            </a:r>
          </a:p>
        </p:txBody>
      </p:sp>
    </p:spTree>
    <p:extLst>
      <p:ext uri="{BB962C8B-B14F-4D97-AF65-F5344CB8AC3E}">
        <p14:creationId xmlns:p14="http://schemas.microsoft.com/office/powerpoint/2010/main" val="764896579"/>
      </p:ext>
    </p:extLst>
  </p:cSld>
  <p:clrMapOvr>
    <a:masterClrMapping/>
  </p:clrMapOvr>
  <p:hf sldNum="0" hdr="0" ftr="0" dt="0"/>
  <p:extLst>
    <p:ext uri="{DCECCB84-F9BA-43D5-87BE-67443E8EF086}">
      <p15:sldGuideLst xmlns:p15="http://schemas.microsoft.com/office/powerpoint/2012/main">
        <p15:guide id="4" orient="horz" pos="3489"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plit horizontal ">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1630DC1C-C3C8-477E-AC19-4DC706EB4992}"/>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
        <p:nvSpPr>
          <p:cNvPr id="5" name="Picture Placeholder 4">
            <a:extLst>
              <a:ext uri="{FF2B5EF4-FFF2-40B4-BE49-F238E27FC236}">
                <a16:creationId xmlns:a16="http://schemas.microsoft.com/office/drawing/2014/main" id="{E4BBAF9A-7C35-481A-A051-34156DE6B27D}"/>
              </a:ext>
            </a:extLst>
          </p:cNvPr>
          <p:cNvSpPr>
            <a:spLocks noGrp="1"/>
          </p:cNvSpPr>
          <p:nvPr>
            <p:ph type="pic" sz="quarter" idx="1" hasCustomPrompt="1"/>
          </p:nvPr>
        </p:nvSpPr>
        <p:spPr>
          <a:xfrm>
            <a:off x="0" y="0"/>
            <a:ext cx="10969625" cy="3085200"/>
          </a:xfrm>
          <a:blipFill dpi="0" rotWithShape="1">
            <a:blip r:embed="rId4">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sp>
        <p:nvSpPr>
          <p:cNvPr id="4" name="Text Placeholder 2">
            <a:extLst>
              <a:ext uri="{FF2B5EF4-FFF2-40B4-BE49-F238E27FC236}">
                <a16:creationId xmlns:a16="http://schemas.microsoft.com/office/drawing/2014/main" id="{990CB4FC-C276-4DB5-A6E3-49DD9BC66B63}"/>
              </a:ext>
            </a:extLst>
          </p:cNvPr>
          <p:cNvSpPr>
            <a:spLocks noGrp="1"/>
          </p:cNvSpPr>
          <p:nvPr>
            <p:ph type="body" sz="quarter" idx="2" hasCustomPrompt="1"/>
          </p:nvPr>
        </p:nvSpPr>
        <p:spPr>
          <a:xfrm>
            <a:off x="205199" y="3495705"/>
            <a:ext cx="10558800" cy="2041094"/>
          </a:xfrm>
        </p:spPr>
        <p:txBody>
          <a:bodyPr lIns="0" tIns="0" rIns="0" bIns="0">
            <a:normAutofit/>
          </a:bodyPr>
          <a:lstStyle>
            <a:lvl1pPr marL="0" indent="0">
              <a:buFontTx/>
              <a:buNone/>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noProof="1"/>
              <a:t>Add Text</a:t>
            </a:r>
          </a:p>
        </p:txBody>
      </p:sp>
    </p:spTree>
    <p:extLst>
      <p:ext uri="{BB962C8B-B14F-4D97-AF65-F5344CB8AC3E}">
        <p14:creationId xmlns:p14="http://schemas.microsoft.com/office/powerpoint/2010/main" val="832061445"/>
      </p:ext>
    </p:extLst>
  </p:cSld>
  <p:clrMapOvr>
    <a:masterClrMapping/>
  </p:clrMapOvr>
  <p:hf sldNum="0" hdr="0" ftr="0" dt="0"/>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949" userDrawn="1">
          <p15:clr>
            <a:srgbClr val="FBAE40"/>
          </p15:clr>
        </p15:guide>
        <p15:guide id="4" orient="horz" pos="3489" userDrawn="1">
          <p15:clr>
            <a:srgbClr val="FBAE40"/>
          </p15:clr>
        </p15:guide>
        <p15:guide id="5" orient="horz" pos="220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plit vertical ">
    <p:spTree>
      <p:nvGrpSpPr>
        <p:cNvPr id="1" name=""/>
        <p:cNvGrpSpPr/>
        <p:nvPr/>
      </p:nvGrpSpPr>
      <p:grpSpPr>
        <a:xfrm>
          <a:off x="0" y="0"/>
          <a:ext cx="0" cy="0"/>
          <a:chOff x="0" y="0"/>
          <a:chExt cx="0" cy="0"/>
        </a:xfrm>
      </p:grpSpPr>
      <p:pic>
        <p:nvPicPr>
          <p:cNvPr id="7" name="Logo">
            <a:extLst>
              <a:ext uri="{FF2B5EF4-FFF2-40B4-BE49-F238E27FC236}">
                <a16:creationId xmlns:a16="http://schemas.microsoft.com/office/drawing/2014/main" id="{FD4E5E48-387B-4CE0-80BE-1097F697DAD5}"/>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5" name="Picture Placeholder 4">
            <a:extLst>
              <a:ext uri="{FF2B5EF4-FFF2-40B4-BE49-F238E27FC236}">
                <a16:creationId xmlns:a16="http://schemas.microsoft.com/office/drawing/2014/main" id="{E4BBAF9A-7C35-481A-A051-34156DE6B27D}"/>
              </a:ext>
            </a:extLst>
          </p:cNvPr>
          <p:cNvSpPr>
            <a:spLocks noGrp="1"/>
          </p:cNvSpPr>
          <p:nvPr>
            <p:ph type="pic" sz="quarter" idx="1" hasCustomPrompt="1"/>
          </p:nvPr>
        </p:nvSpPr>
        <p:spPr>
          <a:xfrm>
            <a:off x="0" y="0"/>
            <a:ext cx="5486400" cy="6170400"/>
          </a:xfrm>
          <a:blipFill dpi="0" rotWithShape="1">
            <a:blip r:embed="rId3">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sp>
        <p:nvSpPr>
          <p:cNvPr id="4" name="Text Placeholder 2">
            <a:extLst>
              <a:ext uri="{FF2B5EF4-FFF2-40B4-BE49-F238E27FC236}">
                <a16:creationId xmlns:a16="http://schemas.microsoft.com/office/drawing/2014/main" id="{D6647D1E-89E9-4244-B52F-555902731C7A}"/>
              </a:ext>
            </a:extLst>
          </p:cNvPr>
          <p:cNvSpPr>
            <a:spLocks noGrp="1"/>
          </p:cNvSpPr>
          <p:nvPr>
            <p:ph type="body" sz="quarter" idx="2" hasCustomPrompt="1"/>
          </p:nvPr>
        </p:nvSpPr>
        <p:spPr>
          <a:xfrm>
            <a:off x="5895302" y="410492"/>
            <a:ext cx="4596486" cy="5126308"/>
          </a:xfrm>
        </p:spPr>
        <p:txBody>
          <a:bodyPr lIns="0" tIns="0" rIns="0" bIns="0">
            <a:normAutofit/>
          </a:bodyPr>
          <a:lstStyle>
            <a:lvl1pPr marL="0" indent="0">
              <a:buFontTx/>
              <a:buNone/>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noProof="1"/>
              <a:t>Add Text</a:t>
            </a:r>
          </a:p>
        </p:txBody>
      </p:sp>
      <p:pic>
        <p:nvPicPr>
          <p:cNvPr id="6" name="SuperGraphic">
            <a:extLst>
              <a:ext uri="{FF2B5EF4-FFF2-40B4-BE49-F238E27FC236}">
                <a16:creationId xmlns:a16="http://schemas.microsoft.com/office/drawing/2014/main" id="{2D38AACD-EB97-4B81-ACAA-2074E22BBC01}"/>
              </a:ext>
            </a:extLst>
          </p:cNvPr>
          <p:cNvPicPr>
            <a:picLocks noSelect="1" noChangeAspect="1"/>
          </p:cNvPicPr>
          <p:nvPr userDrawn="1"/>
        </p:nvPicPr>
        <p:blipFill>
          <a:blip r:embed="rId4">
            <a:extLst>
              <a:ext uri="{28A0092B-C50C-407E-A947-70E740481C1C}">
                <a14:useLocalDpi xmlns:a14="http://schemas.microsoft.com/office/drawing/2010/main" val="0"/>
              </a:ext>
            </a:extLst>
          </a:blip>
          <a:stretch>
            <a:fillRect/>
          </a:stretch>
        </p:blipFill>
        <p:spPr>
          <a:xfrm>
            <a:off x="10900799" y="0"/>
            <a:ext cx="68562" cy="6170613"/>
          </a:xfrm>
          <a:prstGeom prst="rect">
            <a:avLst/>
          </a:prstGeom>
        </p:spPr>
      </p:pic>
    </p:spTree>
    <p:extLst>
      <p:ext uri="{BB962C8B-B14F-4D97-AF65-F5344CB8AC3E}">
        <p14:creationId xmlns:p14="http://schemas.microsoft.com/office/powerpoint/2010/main" val="1976700591"/>
      </p:ext>
    </p:extLst>
  </p:cSld>
  <p:clrMapOvr>
    <a:masterClrMapping/>
  </p:clrMapOvr>
  <p:hf sldNum="0" hdr="0" ftr="0" dt="0"/>
  <p:extLst>
    <p:ext uri="{DCECCB84-F9BA-43D5-87BE-67443E8EF086}">
      <p15:sldGuideLst xmlns:p15="http://schemas.microsoft.com/office/powerpoint/2012/main">
        <p15:guide id="1" pos="3456" userDrawn="1">
          <p15:clr>
            <a:srgbClr val="FBAE40"/>
          </p15:clr>
        </p15:guide>
        <p15:guide id="2" pos="6784" userDrawn="1">
          <p15:clr>
            <a:srgbClr val="FBAE40"/>
          </p15:clr>
        </p15:guide>
        <p15:guide id="3" orient="horz" pos="250" userDrawn="1">
          <p15:clr>
            <a:srgbClr val="FBAE40"/>
          </p15:clr>
        </p15:guide>
        <p15:guide id="4" orient="horz" pos="3489" userDrawn="1">
          <p15:clr>
            <a:srgbClr val="FBAE40"/>
          </p15:clr>
        </p15:guide>
        <p15:guide id="5" pos="371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 Content ">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DE43D273-A15E-4B64-AFD2-1388D749B69A}"/>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15" name="Chapter_titleonly">
            <a:extLst>
              <a:ext uri="{FF2B5EF4-FFF2-40B4-BE49-F238E27FC236}">
                <a16:creationId xmlns:a16="http://schemas.microsoft.com/office/drawing/2014/main" id="{5B281E01-A653-4813-BC65-8900B31D115A}"/>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0" name="AttachmentRemark">
            <a:extLst>
              <a:ext uri="{FF2B5EF4-FFF2-40B4-BE49-F238E27FC236}">
                <a16:creationId xmlns:a16="http://schemas.microsoft.com/office/drawing/2014/main" id="{8883D326-CEAD-4903-8269-B2D194C3C224}"/>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5" name="Inhaltsplatzhalter 4">
            <a:extLst>
              <a:ext uri="{FF2B5EF4-FFF2-40B4-BE49-F238E27FC236}">
                <a16:creationId xmlns:a16="http://schemas.microsoft.com/office/drawing/2014/main" id="{4D46C5CB-CB38-4AD2-99D2-34C738DF30C0}"/>
              </a:ext>
            </a:extLst>
          </p:cNvPr>
          <p:cNvSpPr>
            <a:spLocks noGrp="1"/>
          </p:cNvSpPr>
          <p:nvPr>
            <p:ph sz="quarter" idx="1" hasCustomPrompt="1"/>
          </p:nvPr>
        </p:nvSpPr>
        <p:spPr>
          <a:xfrm>
            <a:off x="205200" y="1296000"/>
            <a:ext cx="10558800" cy="42408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2" name="Slide Number Placeholder 1">
            <a:extLst>
              <a:ext uri="{FF2B5EF4-FFF2-40B4-BE49-F238E27FC236}">
                <a16:creationId xmlns:a16="http://schemas.microsoft.com/office/drawing/2014/main" id="{183261F3-E57F-4170-BD7E-F44931BED289}"/>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897738281"/>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2 Vertical contents ">
    <p:spTree>
      <p:nvGrpSpPr>
        <p:cNvPr id="1" name=""/>
        <p:cNvGrpSpPr/>
        <p:nvPr/>
      </p:nvGrpSpPr>
      <p:grpSpPr>
        <a:xfrm>
          <a:off x="0" y="0"/>
          <a:ext cx="0" cy="0"/>
          <a:chOff x="0" y="0"/>
          <a:chExt cx="0" cy="0"/>
        </a:xfrm>
      </p:grpSpPr>
      <p:sp>
        <p:nvSpPr>
          <p:cNvPr id="17" name="Chapter_titleonly">
            <a:extLst>
              <a:ext uri="{FF2B5EF4-FFF2-40B4-BE49-F238E27FC236}">
                <a16:creationId xmlns:a16="http://schemas.microsoft.com/office/drawing/2014/main" id="{E29BFEC5-7639-4AE9-A818-5EB7EC3C9C54}"/>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3" name="Title 1">
            <a:extLst>
              <a:ext uri="{FF2B5EF4-FFF2-40B4-BE49-F238E27FC236}">
                <a16:creationId xmlns:a16="http://schemas.microsoft.com/office/drawing/2014/main" id="{5E99B80D-00FD-40C8-B929-FA71A2E035AA}"/>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3" name="Content Placeholder 1"/>
          <p:cNvSpPr>
            <a:spLocks noGrp="1"/>
          </p:cNvSpPr>
          <p:nvPr>
            <p:ph sz="half" idx="1" hasCustomPrompt="1"/>
          </p:nvPr>
        </p:nvSpPr>
        <p:spPr>
          <a:xfrm>
            <a:off x="205200" y="1296000"/>
            <a:ext cx="4914000" cy="42408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2"/>
          <p:cNvSpPr>
            <a:spLocks noGrp="1"/>
          </p:cNvSpPr>
          <p:nvPr>
            <p:ph sz="half" idx="2" hasCustomPrompt="1"/>
          </p:nvPr>
        </p:nvSpPr>
        <p:spPr>
          <a:xfrm>
            <a:off x="5853600" y="1295999"/>
            <a:ext cx="49140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2" name="AttachmentRemark">
            <a:extLst>
              <a:ext uri="{FF2B5EF4-FFF2-40B4-BE49-F238E27FC236}">
                <a16:creationId xmlns:a16="http://schemas.microsoft.com/office/drawing/2014/main" id="{0193DB20-8E77-4A05-AA77-554F32E8990F}"/>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4A6EE88F-E97F-46A3-8AB7-354C833CFFAB}"/>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2787601235"/>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pos="3225" userDrawn="1">
          <p15:clr>
            <a:srgbClr val="FBAE40"/>
          </p15:clr>
        </p15:guide>
        <p15:guide id="9" pos="3687"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3 Vertical contents ">
    <p:spTree>
      <p:nvGrpSpPr>
        <p:cNvPr id="1" name=""/>
        <p:cNvGrpSpPr/>
        <p:nvPr/>
      </p:nvGrpSpPr>
      <p:grpSpPr>
        <a:xfrm>
          <a:off x="0" y="0"/>
          <a:ext cx="0" cy="0"/>
          <a:chOff x="0" y="0"/>
          <a:chExt cx="0" cy="0"/>
        </a:xfrm>
      </p:grpSpPr>
      <p:sp>
        <p:nvSpPr>
          <p:cNvPr id="18" name="Chapter_titleonly">
            <a:extLst>
              <a:ext uri="{FF2B5EF4-FFF2-40B4-BE49-F238E27FC236}">
                <a16:creationId xmlns:a16="http://schemas.microsoft.com/office/drawing/2014/main" id="{7CCAFAD8-87FF-4E8A-B13E-2709A28399CC}"/>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4" name="Title 1">
            <a:extLst>
              <a:ext uri="{FF2B5EF4-FFF2-40B4-BE49-F238E27FC236}">
                <a16:creationId xmlns:a16="http://schemas.microsoft.com/office/drawing/2014/main" id="{4213B860-B040-4AA5-BCCF-91A137076F8B}"/>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3" name="Content Placeholder 1"/>
          <p:cNvSpPr>
            <a:spLocks noGrp="1"/>
          </p:cNvSpPr>
          <p:nvPr>
            <p:ph sz="half" idx="1" hasCustomPrompt="1"/>
          </p:nvPr>
        </p:nvSpPr>
        <p:spPr>
          <a:xfrm>
            <a:off x="205200" y="1296000"/>
            <a:ext cx="31680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7" name="Content Placeholder 2">
            <a:extLst>
              <a:ext uri="{FF2B5EF4-FFF2-40B4-BE49-F238E27FC236}">
                <a16:creationId xmlns:a16="http://schemas.microsoft.com/office/drawing/2014/main" id="{3F3E027D-9EE5-4C12-9974-36EA025C350F}"/>
              </a:ext>
            </a:extLst>
          </p:cNvPr>
          <p:cNvSpPr>
            <a:spLocks noGrp="1"/>
          </p:cNvSpPr>
          <p:nvPr>
            <p:ph sz="half" idx="2" hasCustomPrompt="1"/>
          </p:nvPr>
        </p:nvSpPr>
        <p:spPr>
          <a:xfrm>
            <a:off x="3900600" y="1296000"/>
            <a:ext cx="31680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3"/>
          <p:cNvSpPr>
            <a:spLocks noGrp="1"/>
          </p:cNvSpPr>
          <p:nvPr>
            <p:ph sz="half" idx="3" hasCustomPrompt="1"/>
          </p:nvPr>
        </p:nvSpPr>
        <p:spPr>
          <a:xfrm>
            <a:off x="7596000" y="1295999"/>
            <a:ext cx="31680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3" name="AttachmentRemark">
            <a:extLst>
              <a:ext uri="{FF2B5EF4-FFF2-40B4-BE49-F238E27FC236}">
                <a16:creationId xmlns:a16="http://schemas.microsoft.com/office/drawing/2014/main" id="{79759149-285E-4F0E-938E-7199B34084BE}"/>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21F85651-AA1F-4EE5-A69C-0361B9A97953}"/>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2005200844"/>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pos="2126" userDrawn="1">
          <p15:clr>
            <a:srgbClr val="FBAE40"/>
          </p15:clr>
        </p15:guide>
        <p15:guide id="9" pos="2455" userDrawn="1">
          <p15:clr>
            <a:srgbClr val="FBAE40"/>
          </p15:clr>
        </p15:guide>
        <p15:guide id="10" pos="4453" userDrawn="1">
          <p15:clr>
            <a:srgbClr val="FBAE40"/>
          </p15:clr>
        </p15:guide>
        <p15:guide id="11" pos="478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4 Vertical contents ">
    <p:spTree>
      <p:nvGrpSpPr>
        <p:cNvPr id="1" name=""/>
        <p:cNvGrpSpPr/>
        <p:nvPr/>
      </p:nvGrpSpPr>
      <p:grpSpPr>
        <a:xfrm>
          <a:off x="0" y="0"/>
          <a:ext cx="0" cy="0"/>
          <a:chOff x="0" y="0"/>
          <a:chExt cx="0" cy="0"/>
        </a:xfrm>
      </p:grpSpPr>
      <p:sp>
        <p:nvSpPr>
          <p:cNvPr id="19" name="Chapter_titleonly">
            <a:extLst>
              <a:ext uri="{FF2B5EF4-FFF2-40B4-BE49-F238E27FC236}">
                <a16:creationId xmlns:a16="http://schemas.microsoft.com/office/drawing/2014/main" id="{85E4898A-B45B-416F-8A7F-E57751056EEE}"/>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5" name="Title 1">
            <a:extLst>
              <a:ext uri="{FF2B5EF4-FFF2-40B4-BE49-F238E27FC236}">
                <a16:creationId xmlns:a16="http://schemas.microsoft.com/office/drawing/2014/main" id="{A33F6F31-B924-4EAD-BDA8-332AAD2C4179}"/>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5399"/>
            <a:ext cx="25416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2" hasCustomPrompt="1"/>
          </p:nvPr>
        </p:nvSpPr>
        <p:spPr>
          <a:xfrm>
            <a:off x="2877600" y="1295400"/>
            <a:ext cx="25416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3" hasCustomPrompt="1"/>
          </p:nvPr>
        </p:nvSpPr>
        <p:spPr>
          <a:xfrm>
            <a:off x="5550000" y="1295399"/>
            <a:ext cx="25416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8222400" y="1295400"/>
            <a:ext cx="2541600" cy="42408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4" name="AttachmentRemark">
            <a:extLst>
              <a:ext uri="{FF2B5EF4-FFF2-40B4-BE49-F238E27FC236}">
                <a16:creationId xmlns:a16="http://schemas.microsoft.com/office/drawing/2014/main" id="{3A9A741C-7644-4810-ABAF-465822FC0D7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4E68EDC3-D46C-4E18-BC78-B9478A7BDC83}"/>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1763114601"/>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pos="1731" userDrawn="1">
          <p15:clr>
            <a:srgbClr val="FBAE40"/>
          </p15:clr>
        </p15:guide>
        <p15:guide id="9" pos="1810" userDrawn="1">
          <p15:clr>
            <a:srgbClr val="FBAE40"/>
          </p15:clr>
        </p15:guide>
        <p15:guide id="10" pos="3417" userDrawn="1">
          <p15:clr>
            <a:srgbClr val="FBAE40"/>
          </p15:clr>
        </p15:guide>
        <p15:guide id="11" pos="3495" userDrawn="1">
          <p15:clr>
            <a:srgbClr val="FBAE40"/>
          </p15:clr>
        </p15:guide>
        <p15:guide id="12" pos="5098" userDrawn="1">
          <p15:clr>
            <a:srgbClr val="FBAE40"/>
          </p15:clr>
        </p15:guide>
        <p15:guide id="13" pos="5177"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2 Horizontal contents ">
    <p:spTree>
      <p:nvGrpSpPr>
        <p:cNvPr id="1" name=""/>
        <p:cNvGrpSpPr/>
        <p:nvPr/>
      </p:nvGrpSpPr>
      <p:grpSpPr>
        <a:xfrm>
          <a:off x="0" y="0"/>
          <a:ext cx="0" cy="0"/>
          <a:chOff x="0" y="0"/>
          <a:chExt cx="0" cy="0"/>
        </a:xfrm>
      </p:grpSpPr>
      <p:sp>
        <p:nvSpPr>
          <p:cNvPr id="17" name="Chapter_titleonly">
            <a:extLst>
              <a:ext uri="{FF2B5EF4-FFF2-40B4-BE49-F238E27FC236}">
                <a16:creationId xmlns:a16="http://schemas.microsoft.com/office/drawing/2014/main" id="{9398DDFA-1939-498B-8921-7DDB40481FE9}"/>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3" name="Title 1">
            <a:extLst>
              <a:ext uri="{FF2B5EF4-FFF2-40B4-BE49-F238E27FC236}">
                <a16:creationId xmlns:a16="http://schemas.microsoft.com/office/drawing/2014/main" id="{AB79D08E-37B8-49BA-9E18-ED577CD99900}"/>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6000"/>
            <a:ext cx="105588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2" hasCustomPrompt="1"/>
          </p:nvPr>
        </p:nvSpPr>
        <p:spPr>
          <a:xfrm>
            <a:off x="205200" y="3481200"/>
            <a:ext cx="105588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2" name="AttachmentRemark">
            <a:extLst>
              <a:ext uri="{FF2B5EF4-FFF2-40B4-BE49-F238E27FC236}">
                <a16:creationId xmlns:a16="http://schemas.microsoft.com/office/drawing/2014/main" id="{2E7C0809-54C2-4B00-97B9-AEB55C54DF3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D337342F-2EB7-4EB1-963F-314A664F0F2C}"/>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3956372322"/>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orient="horz" pos="2113" userDrawn="1">
          <p15:clr>
            <a:srgbClr val="FBAE40"/>
          </p15:clr>
        </p15:guide>
        <p15:guide id="9" orient="horz" pos="219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2 x 2 Contents ">
    <p:spTree>
      <p:nvGrpSpPr>
        <p:cNvPr id="1" name=""/>
        <p:cNvGrpSpPr/>
        <p:nvPr/>
      </p:nvGrpSpPr>
      <p:grpSpPr>
        <a:xfrm>
          <a:off x="0" y="0"/>
          <a:ext cx="0" cy="0"/>
          <a:chOff x="0" y="0"/>
          <a:chExt cx="0" cy="0"/>
        </a:xfrm>
      </p:grpSpPr>
      <p:sp>
        <p:nvSpPr>
          <p:cNvPr id="19" name="Chapter_titleonly">
            <a:extLst>
              <a:ext uri="{FF2B5EF4-FFF2-40B4-BE49-F238E27FC236}">
                <a16:creationId xmlns:a16="http://schemas.microsoft.com/office/drawing/2014/main" id="{90C8652B-1F43-4467-AC53-668A8D3D470B}"/>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5" name="Title 1">
            <a:extLst>
              <a:ext uri="{FF2B5EF4-FFF2-40B4-BE49-F238E27FC236}">
                <a16:creationId xmlns:a16="http://schemas.microsoft.com/office/drawing/2014/main" id="{EFDBB36D-E1FF-4336-B805-B8B7F4B25A83}"/>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6000"/>
            <a:ext cx="4914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5850000" y="1295999"/>
            <a:ext cx="4914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2" hasCustomPrompt="1"/>
          </p:nvPr>
        </p:nvSpPr>
        <p:spPr>
          <a:xfrm>
            <a:off x="205200" y="3481200"/>
            <a:ext cx="4914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5850000" y="3481200"/>
            <a:ext cx="4914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4" name="AttachmentRemark">
            <a:extLst>
              <a:ext uri="{FF2B5EF4-FFF2-40B4-BE49-F238E27FC236}">
                <a16:creationId xmlns:a16="http://schemas.microsoft.com/office/drawing/2014/main" id="{43F0E5D0-784C-433E-AAB0-40D43C1BCBA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685D5130-F453-4F60-9091-CC67A95125AD}"/>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151935903"/>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orient="horz" pos="2113" userDrawn="1">
          <p15:clr>
            <a:srgbClr val="FBAE40"/>
          </p15:clr>
        </p15:guide>
        <p15:guide id="9" orient="horz" pos="2192" userDrawn="1">
          <p15:clr>
            <a:srgbClr val="FBAE40"/>
          </p15:clr>
        </p15:guide>
        <p15:guide id="10" pos="3225" userDrawn="1">
          <p15:clr>
            <a:srgbClr val="FBAE40"/>
          </p15:clr>
        </p15:guide>
        <p15:guide id="11" pos="3683"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3 x 2 Contents ">
    <p:spTree>
      <p:nvGrpSpPr>
        <p:cNvPr id="1" name=""/>
        <p:cNvGrpSpPr/>
        <p:nvPr/>
      </p:nvGrpSpPr>
      <p:grpSpPr>
        <a:xfrm>
          <a:off x="0" y="0"/>
          <a:ext cx="0" cy="0"/>
          <a:chOff x="0" y="0"/>
          <a:chExt cx="0" cy="0"/>
        </a:xfrm>
      </p:grpSpPr>
      <p:sp>
        <p:nvSpPr>
          <p:cNvPr id="21" name="Chapter_titleonly">
            <a:extLst>
              <a:ext uri="{FF2B5EF4-FFF2-40B4-BE49-F238E27FC236}">
                <a16:creationId xmlns:a16="http://schemas.microsoft.com/office/drawing/2014/main" id="{FEDBFC76-9F59-4A18-8E8B-EDDF9CC208BC}"/>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7" name="Title 1">
            <a:extLst>
              <a:ext uri="{FF2B5EF4-FFF2-40B4-BE49-F238E27FC236}">
                <a16:creationId xmlns:a16="http://schemas.microsoft.com/office/drawing/2014/main" id="{0226D581-60F4-440B-A410-F6582BC0DCF0}"/>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6000"/>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3900600" y="1295999"/>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5" hasCustomPrompt="1"/>
          </p:nvPr>
        </p:nvSpPr>
        <p:spPr>
          <a:xfrm>
            <a:off x="7596000" y="1295999"/>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2" hasCustomPrompt="1"/>
          </p:nvPr>
        </p:nvSpPr>
        <p:spPr>
          <a:xfrm>
            <a:off x="205200" y="3481200"/>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5"/>
          <p:cNvSpPr>
            <a:spLocks noGrp="1"/>
          </p:cNvSpPr>
          <p:nvPr>
            <p:ph sz="half" idx="4" hasCustomPrompt="1"/>
          </p:nvPr>
        </p:nvSpPr>
        <p:spPr>
          <a:xfrm>
            <a:off x="3900600" y="3481200"/>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6"/>
          <p:cNvSpPr>
            <a:spLocks noGrp="1"/>
          </p:cNvSpPr>
          <p:nvPr>
            <p:ph sz="half" idx="6" hasCustomPrompt="1"/>
          </p:nvPr>
        </p:nvSpPr>
        <p:spPr>
          <a:xfrm>
            <a:off x="7596000" y="3481200"/>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6" name="AttachmentRemark">
            <a:extLst>
              <a:ext uri="{FF2B5EF4-FFF2-40B4-BE49-F238E27FC236}">
                <a16:creationId xmlns:a16="http://schemas.microsoft.com/office/drawing/2014/main" id="{C680F8C7-4715-4E6C-829A-E87F16C03BB3}"/>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8CC4D98D-B6D0-4EAC-B595-B1B3F34F74E1}"/>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1482577220"/>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pos="2126" userDrawn="1">
          <p15:clr>
            <a:srgbClr val="FBAE40"/>
          </p15:clr>
        </p15:guide>
        <p15:guide id="9" pos="2457" userDrawn="1">
          <p15:clr>
            <a:srgbClr val="FBAE40"/>
          </p15:clr>
        </p15:guide>
        <p15:guide id="10" pos="4453" userDrawn="1">
          <p15:clr>
            <a:srgbClr val="FBAE40"/>
          </p15:clr>
        </p15:guide>
        <p15:guide id="11" pos="4782" userDrawn="1">
          <p15:clr>
            <a:srgbClr val="FBAE40"/>
          </p15:clr>
        </p15:guide>
        <p15:guide id="12" orient="horz" pos="2113" userDrawn="1">
          <p15:clr>
            <a:srgbClr val="FBAE40"/>
          </p15:clr>
        </p15:guide>
        <p15:guide id="13" orient="horz" pos="219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4 x 2 Contents ">
    <p:spTree>
      <p:nvGrpSpPr>
        <p:cNvPr id="1" name=""/>
        <p:cNvGrpSpPr/>
        <p:nvPr/>
      </p:nvGrpSpPr>
      <p:grpSpPr>
        <a:xfrm>
          <a:off x="0" y="0"/>
          <a:ext cx="0" cy="0"/>
          <a:chOff x="0" y="0"/>
          <a:chExt cx="0" cy="0"/>
        </a:xfrm>
      </p:grpSpPr>
      <p:sp>
        <p:nvSpPr>
          <p:cNvPr id="24" name="Chapter_titleonly">
            <a:extLst>
              <a:ext uri="{FF2B5EF4-FFF2-40B4-BE49-F238E27FC236}">
                <a16:creationId xmlns:a16="http://schemas.microsoft.com/office/drawing/2014/main" id="{20D581F7-7281-48B4-B67B-7228F84F398D}"/>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9" name="Title 1">
            <a:extLst>
              <a:ext uri="{FF2B5EF4-FFF2-40B4-BE49-F238E27FC236}">
                <a16:creationId xmlns:a16="http://schemas.microsoft.com/office/drawing/2014/main" id="{C7544615-D17B-4350-B517-7E469AC91ABA}"/>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60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2877600" y="1295999"/>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7" name="Content Placeholder 3">
            <a:extLst>
              <a:ext uri="{FF2B5EF4-FFF2-40B4-BE49-F238E27FC236}">
                <a16:creationId xmlns:a16="http://schemas.microsoft.com/office/drawing/2014/main" id="{58468F8D-277D-4F1A-84A1-62122010643F}"/>
              </a:ext>
            </a:extLst>
          </p:cNvPr>
          <p:cNvSpPr>
            <a:spLocks noGrp="1"/>
          </p:cNvSpPr>
          <p:nvPr>
            <p:ph sz="half" idx="5" hasCustomPrompt="1"/>
          </p:nvPr>
        </p:nvSpPr>
        <p:spPr>
          <a:xfrm>
            <a:off x="5550000" y="12960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4"/>
          <p:cNvSpPr>
            <a:spLocks noGrp="1"/>
          </p:cNvSpPr>
          <p:nvPr>
            <p:ph sz="half" idx="7" hasCustomPrompt="1"/>
          </p:nvPr>
        </p:nvSpPr>
        <p:spPr>
          <a:xfrm>
            <a:off x="8222400" y="1295999"/>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5"/>
          <p:cNvSpPr>
            <a:spLocks noGrp="1"/>
          </p:cNvSpPr>
          <p:nvPr>
            <p:ph sz="half" idx="2" hasCustomPrompt="1"/>
          </p:nvPr>
        </p:nvSpPr>
        <p:spPr>
          <a:xfrm>
            <a:off x="205200" y="34812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6"/>
          <p:cNvSpPr>
            <a:spLocks noGrp="1"/>
          </p:cNvSpPr>
          <p:nvPr>
            <p:ph sz="half" idx="4" hasCustomPrompt="1"/>
          </p:nvPr>
        </p:nvSpPr>
        <p:spPr>
          <a:xfrm>
            <a:off x="2877600" y="34812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8" name="Content Placeholder 7">
            <a:extLst>
              <a:ext uri="{FF2B5EF4-FFF2-40B4-BE49-F238E27FC236}">
                <a16:creationId xmlns:a16="http://schemas.microsoft.com/office/drawing/2014/main" id="{B143799E-2832-49D7-9953-45BACACA7549}"/>
              </a:ext>
            </a:extLst>
          </p:cNvPr>
          <p:cNvSpPr>
            <a:spLocks noGrp="1"/>
          </p:cNvSpPr>
          <p:nvPr>
            <p:ph sz="half" idx="6" hasCustomPrompt="1"/>
          </p:nvPr>
        </p:nvSpPr>
        <p:spPr>
          <a:xfrm>
            <a:off x="5550000" y="34812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8"/>
          <p:cNvSpPr>
            <a:spLocks noGrp="1"/>
          </p:cNvSpPr>
          <p:nvPr>
            <p:ph sz="half" idx="8" hasCustomPrompt="1"/>
          </p:nvPr>
        </p:nvSpPr>
        <p:spPr>
          <a:xfrm>
            <a:off x="8222400" y="34812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21" name="AttachmentRemark">
            <a:extLst>
              <a:ext uri="{FF2B5EF4-FFF2-40B4-BE49-F238E27FC236}">
                <a16:creationId xmlns:a16="http://schemas.microsoft.com/office/drawing/2014/main" id="{60F530EA-2EFB-4DC6-BA26-465D18FD265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C3FE2449-86F7-413D-AD74-17B8BDC576AB}"/>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3371421479"/>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orient="horz" pos="2113" userDrawn="1">
          <p15:clr>
            <a:srgbClr val="FBAE40"/>
          </p15:clr>
        </p15:guide>
        <p15:guide id="9" orient="horz" pos="2192" userDrawn="1">
          <p15:clr>
            <a:srgbClr val="FBAE40"/>
          </p15:clr>
        </p15:guide>
        <p15:guide id="10" pos="1731" userDrawn="1">
          <p15:clr>
            <a:srgbClr val="FBAE40"/>
          </p15:clr>
        </p15:guide>
        <p15:guide id="11" pos="1810" userDrawn="1">
          <p15:clr>
            <a:srgbClr val="FBAE40"/>
          </p15:clr>
        </p15:guide>
        <p15:guide id="12" pos="3416" userDrawn="1">
          <p15:clr>
            <a:srgbClr val="FBAE40"/>
          </p15:clr>
        </p15:guide>
        <p15:guide id="13" pos="3497" userDrawn="1">
          <p15:clr>
            <a:srgbClr val="FBAE40"/>
          </p15:clr>
        </p15:guide>
        <p15:guide id="14" pos="5098" userDrawn="1">
          <p15:clr>
            <a:srgbClr val="FBAE40"/>
          </p15:clr>
        </p15:guide>
        <p15:guide id="15" pos="5177"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eadline only ">
    <p:spTree>
      <p:nvGrpSpPr>
        <p:cNvPr id="1" name=""/>
        <p:cNvGrpSpPr/>
        <p:nvPr/>
      </p:nvGrpSpPr>
      <p:grpSpPr>
        <a:xfrm>
          <a:off x="0" y="0"/>
          <a:ext cx="0" cy="0"/>
          <a:chOff x="0" y="0"/>
          <a:chExt cx="0" cy="0"/>
        </a:xfrm>
      </p:grpSpPr>
      <p:sp>
        <p:nvSpPr>
          <p:cNvPr id="4" name="Chapter_titleonly"/>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0" name="AttachmentRemark">
            <a:extLst>
              <a:ext uri="{FF2B5EF4-FFF2-40B4-BE49-F238E27FC236}">
                <a16:creationId xmlns:a16="http://schemas.microsoft.com/office/drawing/2014/main" id="{8883D326-CEAD-4903-8269-B2D194C3C224}"/>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5" name="Title 4">
            <a:extLst>
              <a:ext uri="{FF2B5EF4-FFF2-40B4-BE49-F238E27FC236}">
                <a16:creationId xmlns:a16="http://schemas.microsoft.com/office/drawing/2014/main" id="{5CC74776-286D-45CF-B42A-A491ED08BED4}"/>
              </a:ext>
            </a:extLst>
          </p:cNvPr>
          <p:cNvSpPr>
            <a:spLocks noGrp="1"/>
          </p:cNvSpPr>
          <p:nvPr>
            <p:ph type="title" hasCustomPrompt="1"/>
          </p:nvPr>
        </p:nvSpPr>
        <p:spPr/>
        <p:txBody>
          <a:bodyPr/>
          <a:lstStyle/>
          <a:p>
            <a:r>
              <a:rPr lang="en-US"/>
              <a:t>Add Slide Title</a:t>
            </a:r>
          </a:p>
        </p:txBody>
      </p:sp>
      <p:sp>
        <p:nvSpPr>
          <p:cNvPr id="2" name="Slide Number Placeholder 1">
            <a:extLst>
              <a:ext uri="{FF2B5EF4-FFF2-40B4-BE49-F238E27FC236}">
                <a16:creationId xmlns:a16="http://schemas.microsoft.com/office/drawing/2014/main" id="{9D4A29A7-9E35-4523-8421-38341F67C3EE}"/>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2822274495"/>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slide ">
    <p:spTree>
      <p:nvGrpSpPr>
        <p:cNvPr id="1" name=""/>
        <p:cNvGrpSpPr/>
        <p:nvPr/>
      </p:nvGrpSpPr>
      <p:grpSpPr>
        <a:xfrm>
          <a:off x="0" y="0"/>
          <a:ext cx="0" cy="0"/>
          <a:chOff x="0" y="0"/>
          <a:chExt cx="0" cy="0"/>
        </a:xfrm>
      </p:grpSpPr>
      <p:sp>
        <p:nvSpPr>
          <p:cNvPr id="8" name="AttachmentRemark">
            <a:extLst>
              <a:ext uri="{FF2B5EF4-FFF2-40B4-BE49-F238E27FC236}">
                <a16:creationId xmlns:a16="http://schemas.microsoft.com/office/drawing/2014/main" id="{C868D9BE-A299-4D0B-87AF-B491FAE5FD28}"/>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570A8589-A8D2-4132-B89B-2FADFC125660}"/>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1074551859"/>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7" orient="horz" pos="3489"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Only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9200" y="648000"/>
            <a:ext cx="10450800" cy="388800"/>
          </a:xfrm>
        </p:spPr>
        <p:txBody>
          <a:bodyPr/>
          <a:lstStyle>
            <a:lvl1pPr>
              <a:defRPr kern="1200" baseline="0"/>
            </a:lvl1pPr>
          </a:lstStyle>
          <a:p>
            <a:r>
              <a:rPr lang="en-US" noProof="1"/>
              <a:t>Add Slide Title</a:t>
            </a:r>
          </a:p>
        </p:txBody>
      </p:sp>
      <p:sp>
        <p:nvSpPr>
          <p:cNvPr id="4" name="Chapter_titleonly"/>
          <p:cNvSpPr>
            <a:spLocks noGrp="1"/>
          </p:cNvSpPr>
          <p:nvPr>
            <p:ph type="body" sz="quarter" idx="15" hasCustomPrompt="1"/>
          </p:nvPr>
        </p:nvSpPr>
        <p:spPr>
          <a:xfrm>
            <a:off x="259200" y="259200"/>
            <a:ext cx="10450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6" name="Slide Number Placeholder 5"/>
          <p:cNvSpPr>
            <a:spLocks noGrp="1"/>
          </p:cNvSpPr>
          <p:nvPr>
            <p:ph type="sldNum" sz="quarter" idx="12"/>
          </p:nvPr>
        </p:nvSpPr>
        <p:spPr>
          <a:xfrm>
            <a:off x="266700" y="5628640"/>
            <a:ext cx="288290" cy="410210"/>
          </a:xfrm>
        </p:spPr>
        <p:txBody>
          <a:bodyPr/>
          <a:lstStyle>
            <a:lvl1pPr>
              <a:defRPr kern="0" baseline="0">
                <a:solidFill>
                  <a:srgbClr val="999FA6"/>
                </a:solidFill>
              </a:defRPr>
            </a:lvl1pPr>
          </a:lstStyle>
          <a:p>
            <a:fld id="{4898AEC0-503E-4FA4-859C-D0F72D6E3F79}" type="slidenum">
              <a:rPr lang="en-US" noProof="1" dirty="0" smtClean="0"/>
              <a:pPr/>
              <a:t>‹#›</a:t>
            </a:fld>
            <a:endParaRPr lang="en-US" noProof="1"/>
          </a:p>
        </p:txBody>
      </p:sp>
      <p:pic>
        <p:nvPicPr>
          <p:cNvPr id="28" name="Grafik 3" descr="bottom_d2_169.png">
            <a:extLst>
              <a:ext uri="{FF2B5EF4-FFF2-40B4-BE49-F238E27FC236}">
                <a16:creationId xmlns:a16="http://schemas.microsoft.com/office/drawing/2014/main" id="{EE92306B-89C4-4A4D-81C1-DE629B5A33A0}"/>
              </a:ext>
            </a:extLst>
          </p:cNvPr>
          <p:cNvPicPr>
            <a:picLocks noSelect="1"/>
          </p:cNvPicPr>
          <p:nvPr userDrawn="1"/>
        </p:nvPicPr>
        <p:blipFill>
          <a:blip r:embed="rId2">
            <a:extLst>
              <a:ext uri="{28A0092B-C50C-407E-A947-70E740481C1C}">
                <a14:useLocalDpi xmlns:a14="http://schemas.microsoft.com/office/drawing/2010/main" val="0"/>
              </a:ext>
            </a:extLst>
          </a:blip>
          <a:stretch>
            <a:fillRect/>
          </a:stretch>
        </p:blipFill>
        <p:spPr>
          <a:xfrm>
            <a:off x="0" y="6041389"/>
            <a:ext cx="10970260" cy="129540"/>
          </a:xfrm>
          <a:prstGeom prst="rect">
            <a:avLst/>
          </a:prstGeom>
          <a:ln w="0">
            <a:noFill/>
          </a:ln>
          <a:effectLst/>
        </p:spPr>
      </p:pic>
      <p:pic>
        <p:nvPicPr>
          <p:cNvPr id="35" name="Grafik 34" descr="logo2_d2.png">
            <a:extLst>
              <a:ext uri="{FF2B5EF4-FFF2-40B4-BE49-F238E27FC236}">
                <a16:creationId xmlns:a16="http://schemas.microsoft.com/office/drawing/2014/main" id="{4A0BB653-08E0-42FB-832C-B4ECC24A4E72}"/>
              </a:ext>
            </a:extLst>
          </p:cNvPr>
          <p:cNvPicPr>
            <a:picLocks noSelect="1"/>
          </p:cNvPicPr>
          <p:nvPr userDrawn="1"/>
        </p:nvPicPr>
        <p:blipFill>
          <a:blip r:embed="rId3">
            <a:extLst>
              <a:ext uri="{28A0092B-C50C-407E-A947-70E740481C1C}">
                <a14:useLocalDpi xmlns:a14="http://schemas.microsoft.com/office/drawing/2010/main" val="0"/>
              </a:ext>
            </a:extLst>
          </a:blip>
          <a:stretch>
            <a:fillRect/>
          </a:stretch>
        </p:blipFill>
        <p:spPr>
          <a:xfrm>
            <a:off x="0" y="5522613"/>
            <a:ext cx="135936" cy="648000"/>
          </a:xfrm>
          <a:prstGeom prst="rect">
            <a:avLst/>
          </a:prstGeom>
        </p:spPr>
      </p:pic>
      <p:sp>
        <p:nvSpPr>
          <p:cNvPr id="10" name="Rectangle7">
            <a:extLst>
              <a:ext uri="{FF2B5EF4-FFF2-40B4-BE49-F238E27FC236}">
                <a16:creationId xmlns:a16="http://schemas.microsoft.com/office/drawing/2014/main" id="{8883D326-CEAD-4903-8269-B2D194C3C224}"/>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Bosch Office Sans" pitchFamily="2" charset="0"/>
              </a:rPr>
              <a:t> </a:t>
            </a:r>
          </a:p>
        </p:txBody>
      </p:sp>
      <p:pic>
        <p:nvPicPr>
          <p:cNvPr id="11" name="Grafik 4" descr="logo1_d2.png">
            <a:extLst>
              <a:ext uri="{FF2B5EF4-FFF2-40B4-BE49-F238E27FC236}">
                <a16:creationId xmlns:a16="http://schemas.microsoft.com/office/drawing/2014/main" id="{EA45B0BA-5E3B-4D0F-8BE3-B1AAA7A49623}"/>
              </a:ext>
            </a:extLst>
          </p:cNvPr>
          <p:cNvPicPr>
            <a:picLocks noSelect="1"/>
          </p:cNvPicPr>
          <p:nvPr userDrawn="1"/>
        </p:nvPicPr>
        <p:blipFill>
          <a:blip r:embed="rId4">
            <a:extLst>
              <a:ext uri="{28A0092B-C50C-407E-A947-70E740481C1C}">
                <a14:useLocalDpi xmlns:a14="http://schemas.microsoft.com/office/drawing/2010/main" val="0"/>
              </a:ext>
            </a:extLst>
          </a:blip>
          <a:stretch>
            <a:fillRect/>
          </a:stretch>
        </p:blipFill>
        <p:spPr>
          <a:xfrm>
            <a:off x="9759600" y="5464811"/>
            <a:ext cx="1094400" cy="575309"/>
          </a:xfrm>
          <a:prstGeom prst="rect">
            <a:avLst/>
          </a:prstGeom>
          <a:ln w="0">
            <a:noFill/>
          </a:ln>
          <a:effectLst/>
        </p:spPr>
      </p:pic>
    </p:spTree>
    <p:extLst>
      <p:ext uri="{BB962C8B-B14F-4D97-AF65-F5344CB8AC3E}">
        <p14:creationId xmlns:p14="http://schemas.microsoft.com/office/powerpoint/2010/main" val="3379000102"/>
      </p:ext>
    </p:extLst>
  </p:cSld>
  <p:clrMapOvr>
    <a:masterClrMapping/>
  </p:clrMapOvr>
  <p:extLst>
    <p:ext uri="{DCECCB84-F9BA-43D5-87BE-67443E8EF086}">
      <p15:sldGuideLst xmlns:p15="http://schemas.microsoft.com/office/powerpoint/2012/main">
        <p15:guide id="1" pos="162">
          <p15:clr>
            <a:srgbClr val="FBAE40"/>
          </p15:clr>
        </p15:guide>
        <p15:guide id="2" pos="6747">
          <p15:clr>
            <a:srgbClr val="FBAE40"/>
          </p15:clr>
        </p15:guide>
        <p15:guide id="3" orient="horz" pos="162">
          <p15:clr>
            <a:srgbClr val="FBAE40"/>
          </p15:clr>
        </p15:guide>
        <p15:guide id="4" orient="horz" pos="408">
          <p15:clr>
            <a:srgbClr val="FBAE40"/>
          </p15:clr>
        </p15:guide>
        <p15:guide id="5" orient="horz" pos="654">
          <p15:clr>
            <a:srgbClr val="FBAE40"/>
          </p15:clr>
        </p15:guide>
        <p15:guide id="6" orient="horz" pos="816">
          <p15:clr>
            <a:srgbClr val="FBAE40"/>
          </p15:clr>
        </p15:guide>
        <p15:guide id="7" orient="horz" pos="3443">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cSld name="End Slide">
    <p:spTree>
      <p:nvGrpSpPr>
        <p:cNvPr id="1" name=""/>
        <p:cNvGrpSpPr/>
        <p:nvPr/>
      </p:nvGrpSpPr>
      <p:grpSpPr>
        <a:xfrm>
          <a:off x="0" y="0"/>
          <a:ext cx="0" cy="0"/>
          <a:chOff x="0" y="0"/>
          <a:chExt cx="0" cy="0"/>
        </a:xfrm>
      </p:grpSpPr>
      <p:pic>
        <p:nvPicPr>
          <p:cNvPr id="7" name="Grafik 5" descr="bg3_d2_169.png"/>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269" y="2"/>
            <a:ext cx="10969509" cy="6170929"/>
          </a:xfrm>
          <a:prstGeom prst="rect">
            <a:avLst/>
          </a:prstGeom>
          <a:ln w="0">
            <a:noFill/>
          </a:ln>
          <a:effectLst/>
        </p:spPr>
      </p:pic>
      <p:sp>
        <p:nvSpPr>
          <p:cNvPr id="8" name="Title 1">
            <a:extLst>
              <a:ext uri="{FF2B5EF4-FFF2-40B4-BE49-F238E27FC236}">
                <a16:creationId xmlns:a16="http://schemas.microsoft.com/office/drawing/2014/main" id="{D60E046F-66D0-431E-9C49-8E6C18C3F3CF}"/>
              </a:ext>
            </a:extLst>
          </p:cNvPr>
          <p:cNvSpPr>
            <a:spLocks noGrp="1"/>
          </p:cNvSpPr>
          <p:nvPr>
            <p:ph type="ctrTitle" hasCustomPrompt="1"/>
          </p:nvPr>
        </p:nvSpPr>
        <p:spPr>
          <a:xfrm>
            <a:off x="259200" y="259200"/>
            <a:ext cx="9874800" cy="5205600"/>
          </a:xfrm>
          <a:ln w="0">
            <a:noFill/>
          </a:ln>
          <a:effectLst/>
        </p:spPr>
        <p:txBody>
          <a:bodyPr anchor="t" anchorCtr="0"/>
          <a:lstStyle>
            <a:lvl1pPr algn="l">
              <a:lnSpc>
                <a:spcPct val="90000"/>
              </a:lnSpc>
              <a:defRPr sz="8000" kern="1200" cap="all" baseline="0">
                <a:solidFill>
                  <a:schemeClr val="tx1"/>
                </a:solidFill>
              </a:defRPr>
            </a:lvl1pPr>
          </a:lstStyle>
          <a:p>
            <a:r>
              <a:rPr lang="en-US" noProof="1"/>
              <a:t>Add Closing Phrase</a:t>
            </a:r>
          </a:p>
        </p:txBody>
      </p:sp>
      <p:pic>
        <p:nvPicPr>
          <p:cNvPr id="6" name="Grafik 4" descr="logo1_d2.png">
            <a:extLst>
              <a:ext uri="{FF2B5EF4-FFF2-40B4-BE49-F238E27FC236}">
                <a16:creationId xmlns:a16="http://schemas.microsoft.com/office/drawing/2014/main" id="{AD329951-67FC-4FE1-85D1-D4AEA8479C0D}"/>
              </a:ext>
            </a:extLst>
          </p:cNvPr>
          <p:cNvPicPr>
            <a:picLocks noSelect="1"/>
          </p:cNvPicPr>
          <p:nvPr userDrawn="1"/>
        </p:nvPicPr>
        <p:blipFill>
          <a:blip r:embed="rId3">
            <a:extLst>
              <a:ext uri="{28A0092B-C50C-407E-A947-70E740481C1C}">
                <a14:useLocalDpi xmlns:a14="http://schemas.microsoft.com/office/drawing/2010/main" val="0"/>
              </a:ext>
            </a:extLst>
          </a:blip>
          <a:stretch>
            <a:fillRect/>
          </a:stretch>
        </p:blipFill>
        <p:spPr>
          <a:xfrm>
            <a:off x="9759600" y="5464811"/>
            <a:ext cx="1094400" cy="575309"/>
          </a:xfrm>
          <a:prstGeom prst="rect">
            <a:avLst/>
          </a:prstGeom>
          <a:ln w="0">
            <a:noFill/>
          </a:ln>
          <a:effectLst/>
        </p:spPr>
      </p:pic>
      <p:pic>
        <p:nvPicPr>
          <p:cNvPr id="9" name="Grafik 3" descr="right_d2.png">
            <a:extLst>
              <a:ext uri="{FF2B5EF4-FFF2-40B4-BE49-F238E27FC236}">
                <a16:creationId xmlns:a16="http://schemas.microsoft.com/office/drawing/2014/main" id="{7AD5F0A5-2B17-4D20-B0E6-B4F0FA977516}"/>
              </a:ext>
            </a:extLst>
          </p:cNvPr>
          <p:cNvPicPr>
            <a:picLocks noSelect="1"/>
          </p:cNvPicPr>
          <p:nvPr userDrawn="1"/>
        </p:nvPicPr>
        <p:blipFill>
          <a:blip r:embed="rId4">
            <a:extLst>
              <a:ext uri="{28A0092B-C50C-407E-A947-70E740481C1C}">
                <a14:useLocalDpi xmlns:a14="http://schemas.microsoft.com/office/drawing/2010/main" val="0"/>
              </a:ext>
            </a:extLst>
          </a:blip>
          <a:stretch>
            <a:fillRect/>
          </a:stretch>
        </p:blipFill>
        <p:spPr>
          <a:xfrm>
            <a:off x="10840940" y="2"/>
            <a:ext cx="129600" cy="6170929"/>
          </a:xfrm>
          <a:prstGeom prst="rect">
            <a:avLst/>
          </a:prstGeom>
          <a:ln w="0">
            <a:noFill/>
          </a:ln>
          <a:effectLst/>
        </p:spPr>
      </p:pic>
    </p:spTree>
    <p:extLst>
      <p:ext uri="{BB962C8B-B14F-4D97-AF65-F5344CB8AC3E}">
        <p14:creationId xmlns:p14="http://schemas.microsoft.com/office/powerpoint/2010/main" val="97776261"/>
      </p:ext>
    </p:extLst>
  </p:cSld>
  <p:clrMapOvr>
    <a:masterClrMapping/>
  </p:clrMapOvr>
  <p:extLst>
    <p:ext uri="{DCECCB84-F9BA-43D5-87BE-67443E8EF086}">
      <p15:sldGuideLst xmlns:p15="http://schemas.microsoft.com/office/powerpoint/2012/main">
        <p15:guide id="1" pos="162">
          <p15:clr>
            <a:srgbClr val="FBAE40"/>
          </p15:clr>
        </p15:guide>
        <p15:guide id="2" pos="6384">
          <p15:clr>
            <a:srgbClr val="FBAE40"/>
          </p15:clr>
        </p15:guide>
        <p15:guide id="3" orient="horz" pos="162">
          <p15:clr>
            <a:srgbClr val="FBAE40"/>
          </p15:clr>
        </p15:guide>
        <p15:guide id="4" orient="horz" pos="3443">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6" name="Logo">
            <a:extLst>
              <a:ext uri="{FF2B5EF4-FFF2-40B4-BE49-F238E27FC236}">
                <a16:creationId xmlns:a16="http://schemas.microsoft.com/office/drawing/2014/main" id="{F38A617B-35DF-43CE-B5F7-67FA9A7F2474}"/>
              </a:ext>
            </a:extLst>
          </p:cNvPr>
          <p:cNvPicPr>
            <a:picLocks noSelect="1" noChangeAspect="1"/>
          </p:cNvPicPr>
          <p:nvPr userDrawn="1"/>
        </p:nvPicPr>
        <p:blipFill>
          <a:blip r:embed="rId2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2" name="Title Placeholder 1"/>
          <p:cNvSpPr>
            <a:spLocks noGrp="1"/>
          </p:cNvSpPr>
          <p:nvPr>
            <p:ph type="title"/>
          </p:nvPr>
        </p:nvSpPr>
        <p:spPr>
          <a:xfrm>
            <a:off x="205200" y="648000"/>
            <a:ext cx="10558800" cy="388800"/>
          </a:xfrm>
          <a:prstGeom prst="rect">
            <a:avLst/>
          </a:prstGeom>
        </p:spPr>
        <p:txBody>
          <a:bodyPr vert="horz" lIns="0" tIns="0" rIns="0" bIns="0" rtlCol="0" anchor="t" anchorCtr="0">
            <a:noAutofit/>
          </a:bodyPr>
          <a:lstStyle/>
          <a:p>
            <a:r>
              <a:rPr lang="en-US" noProof="1"/>
              <a:t>Add Slide Title</a:t>
            </a:r>
          </a:p>
        </p:txBody>
      </p:sp>
      <p:sp>
        <p:nvSpPr>
          <p:cNvPr id="3" name="Text Placeholder 2"/>
          <p:cNvSpPr>
            <a:spLocks noGrp="1"/>
          </p:cNvSpPr>
          <p:nvPr>
            <p:ph type="body" idx="1"/>
          </p:nvPr>
        </p:nvSpPr>
        <p:spPr>
          <a:xfrm>
            <a:off x="205200" y="1296000"/>
            <a:ext cx="10558800" cy="4240800"/>
          </a:xfrm>
          <a:prstGeom prst="rect">
            <a:avLst/>
          </a:prstGeom>
        </p:spPr>
        <p:txBody>
          <a:bodyPr vert="horz" lIns="0" tIns="0" rIns="0" bIns="0" rtlCol="0">
            <a:noAutofit/>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7" name="Slide Number Placeholder 6"/>
          <p:cNvSpPr>
            <a:spLocks noGrp="1"/>
          </p:cNvSpPr>
          <p:nvPr>
            <p:ph type="sldNum" sz="quarter" idx="12"/>
          </p:nvPr>
        </p:nvSpPr>
        <p:spPr>
          <a:xfrm>
            <a:off x="205200" y="5666400"/>
            <a:ext cx="288290" cy="410210"/>
          </a:xfrm>
          <a:prstGeom prst="rect">
            <a:avLst/>
          </a:prstGeom>
        </p:spPr>
        <p:txBody>
          <a:bodyPr vert="horz" lIns="0" tIns="0" rIns="0" bIns="0" rtlCol="0" anchor="t"/>
          <a:lstStyle>
            <a:lvl1pPr algn="l">
              <a:defRPr sz="1200">
                <a:solidFill>
                  <a:srgbClr val="999FA6"/>
                </a:solidFill>
                <a:latin typeface="+mn-lt"/>
              </a:defRPr>
            </a:lvl1pPr>
          </a:lstStyle>
          <a:p>
            <a:fld id="{4898AEC0-503E-4FA4-859C-D0F72D6E3F79}" type="slidenum">
              <a:rPr lang="en-US" noProof="1" dirty="0" smtClean="0"/>
              <a:pPr/>
              <a:t>‹#›</a:t>
            </a:fld>
            <a:endParaRPr lang="en-US" noProof="1"/>
          </a:p>
        </p:txBody>
      </p:sp>
      <p:sp>
        <p:nvSpPr>
          <p:cNvPr id="14" name="Bosch_footer_1">
            <a:extLst>
              <a:ext uri="{FF2B5EF4-FFF2-40B4-BE49-F238E27FC236}">
                <a16:creationId xmlns:a16="http://schemas.microsoft.com/office/drawing/2014/main" id="{179AD5EC-CEF2-4193-998B-D730BC74E01B}"/>
              </a:ext>
            </a:extLst>
          </p:cNvPr>
          <p:cNvSpPr txBox="1"/>
          <p:nvPr userDrawn="1"/>
        </p:nvSpPr>
        <p:spPr>
          <a:xfrm>
            <a:off x="547200" y="5688000"/>
            <a:ext cx="9126000" cy="107950"/>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b="1" kern="0" baseline="0" noProof="1">
                <a:solidFill>
                  <a:srgbClr val="D70012"/>
                </a:solidFill>
                <a:latin typeface="+mn-lt"/>
              </a:rPr>
              <a:t>Internal</a:t>
            </a:r>
            <a:r>
              <a:rPr lang="en-US" sz="600" kern="0" baseline="0" noProof="1">
                <a:solidFill>
                  <a:schemeClr val="tx1"/>
                </a:solidFill>
                <a:latin typeface="+mn-lt"/>
              </a:rPr>
              <a:t> | ShzP/COR | 2023-11-13</a:t>
            </a: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8" name="Bosch_footer_2">
            <a:extLst>
              <a:ext uri="{FF2B5EF4-FFF2-40B4-BE49-F238E27FC236}">
                <a16:creationId xmlns:a16="http://schemas.microsoft.com/office/drawing/2014/main" id="{C3D77AD5-379C-4A86-AFCF-32945A0FEE26}"/>
              </a:ext>
            </a:extLst>
          </p:cNvPr>
          <p:cNvSpPr txBox="1"/>
          <p:nvPr userDrawn="1"/>
        </p:nvSpPr>
        <p:spPr>
          <a:xfrm>
            <a:off x="547200" y="5793901"/>
            <a:ext cx="9126000" cy="215900"/>
          </a:xfrm>
          <a:prstGeom prst="rect">
            <a:avLst/>
          </a:prstGeom>
          <a:noFill/>
        </p:spPr>
        <p:txBody>
          <a:bodyPr wrap="square" lIns="0" tIns="0" rIns="0" bIns="0" rtlCol="0">
            <a:noAutofit/>
          </a:bodyPr>
          <a:lstStyle/>
          <a:p>
            <a:pPr>
              <a:lnSpc>
                <a:spcPct val="120000"/>
              </a:lnSpc>
              <a:spcAft>
                <a:spcPts val="100"/>
              </a:spcAft>
            </a:pPr>
            <a:r>
              <a:rPr lang="en-US" sz="600" kern="0" baseline="0" noProof="1">
                <a:solidFill>
                  <a:srgbClr val="B2B3B5"/>
                </a:solidFill>
                <a:latin typeface="+mn-lt"/>
              </a:rPr>
              <a:t>© Taixiang Vehicle Replace Parts (Shenzhen) Co. Ltd. 2023. All rights reserved, also regarding any disposal, exploitation, reproduction, editing, distribution,  as well as in the event of applications for industrial property rights.</a:t>
            </a:r>
          </a:p>
        </p:txBody>
      </p:sp>
      <p:sp>
        <p:nvSpPr>
          <p:cNvPr id="15" name="Bosch_footer_1" hidden="1">
            <a:extLst>
              <a:ext uri="{FF2B5EF4-FFF2-40B4-BE49-F238E27FC236}">
                <a16:creationId xmlns:a16="http://schemas.microsoft.com/office/drawing/2014/main" id="{DB0BF576-A4BE-4521-98AB-F28795DF7BD0}"/>
              </a:ext>
            </a:extLst>
          </p:cNvPr>
          <p:cNvSpPr txBox="1"/>
          <p:nvPr userDrawn="1"/>
        </p:nvSpPr>
        <p:spPr>
          <a:xfrm>
            <a:off x="816069" y="5383543"/>
            <a:ext cx="9154800" cy="108000"/>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b="1" kern="0" baseline="0" noProof="1">
                <a:solidFill>
                  <a:srgbClr val="D70012"/>
                </a:solidFill>
              </a:rPr>
              <a:t>%confidentiality%</a:t>
            </a:r>
            <a:r>
              <a:rPr lang="en-US" sz="600" kern="0" baseline="0" noProof="1">
                <a:solidFill>
                  <a:schemeClr val="tx1"/>
                </a:solidFill>
              </a:rPr>
              <a:t>%businessunit%%departmentshort%%dateformat%</a:t>
            </a:r>
          </a:p>
        </p:txBody>
      </p:sp>
      <p:sp>
        <p:nvSpPr>
          <p:cNvPr id="9" name="Bosch_footer_2" hidden="1">
            <a:extLst>
              <a:ext uri="{FF2B5EF4-FFF2-40B4-BE49-F238E27FC236}">
                <a16:creationId xmlns:a16="http://schemas.microsoft.com/office/drawing/2014/main" id="{E897C98A-4665-443F-B1CF-E9B71E9916EC}"/>
              </a:ext>
            </a:extLst>
          </p:cNvPr>
          <p:cNvSpPr txBox="1"/>
          <p:nvPr userDrawn="1"/>
        </p:nvSpPr>
        <p:spPr>
          <a:xfrm>
            <a:off x="593090" y="5748656"/>
            <a:ext cx="9152890" cy="215900"/>
          </a:xfrm>
          <a:prstGeom prst="rect">
            <a:avLst/>
          </a:prstGeom>
          <a:noFill/>
        </p:spPr>
        <p:txBody>
          <a:bodyPr wrap="square" lIns="0" tIns="0" rIns="0" bIns="0" rtlCol="0">
            <a:noAutofit/>
          </a:bodyPr>
          <a:lstStyle/>
          <a:p>
            <a:pPr>
              <a:lnSpc>
                <a:spcPct val="120000"/>
              </a:lnSpc>
              <a:spcAft>
                <a:spcPts val="100"/>
              </a:spcAft>
            </a:pPr>
            <a:r>
              <a:rPr lang="en-US" sz="600" kern="0" baseline="0" noProof="1">
                <a:solidFill>
                  <a:schemeClr val="tx1"/>
                </a:solidFill>
              </a:rPr>
              <a:t>%repositoryremark%</a:t>
            </a:r>
            <a:r>
              <a:rPr lang="en-US" sz="600" kern="0" baseline="0" noProof="1">
                <a:solidFill>
                  <a:srgbClr val="B2B3B5"/>
                </a:solidFill>
              </a:rPr>
              <a:t>%copyright%</a:t>
            </a:r>
          </a:p>
        </p:txBody>
      </p:sp>
      <p:sp>
        <p:nvSpPr>
          <p:cNvPr id="13" name="AttachmentRemark" hidden="1">
            <a:extLst>
              <a:ext uri="{FF2B5EF4-FFF2-40B4-BE49-F238E27FC236}">
                <a16:creationId xmlns:a16="http://schemas.microsoft.com/office/drawing/2014/main" id="{F41551A9-D6BA-431A-8DBF-55BA472D9657}"/>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%attachmentremark% </a:t>
            </a:r>
          </a:p>
        </p:txBody>
      </p:sp>
      <p:pic>
        <p:nvPicPr>
          <p:cNvPr id="12" name="SuperGraphic">
            <a:extLst>
              <a:ext uri="{FF2B5EF4-FFF2-40B4-BE49-F238E27FC236}">
                <a16:creationId xmlns:a16="http://schemas.microsoft.com/office/drawing/2014/main" id="{1E0562BC-DD12-4C96-A115-D2D70EC1366D}"/>
              </a:ext>
            </a:extLst>
          </p:cNvPr>
          <p:cNvPicPr>
            <a:picLocks noSelect="1" noChangeAspect="1"/>
          </p:cNvPicPr>
          <p:nvPr userDrawn="1"/>
        </p:nvPicPr>
        <p:blipFill>
          <a:blip r:embed="rId2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Tree>
    <p:extLst>
      <p:ext uri="{BB962C8B-B14F-4D97-AF65-F5344CB8AC3E}">
        <p14:creationId xmlns:p14="http://schemas.microsoft.com/office/powerpoint/2010/main" val="851553184"/>
      </p:ext>
    </p:extLst>
  </p:cSld>
  <p:clrMap bg1="lt1" tx1="dk1" bg2="lt2" tx2="dk2" accent1="accent1" accent2="accent2" accent3="accent3" accent4="accent4" accent5="accent5" accent6="accent6" hlink="hlink" folHlink="folHlink"/>
  <p:sldLayoutIdLst>
    <p:sldLayoutId id="2147483748" r:id="rId1"/>
    <p:sldLayoutId id="2147483710" r:id="rId2"/>
    <p:sldLayoutId id="2147483713" r:id="rId3"/>
    <p:sldLayoutId id="2147483749" r:id="rId4"/>
    <p:sldLayoutId id="2147483750" r:id="rId5"/>
    <p:sldLayoutId id="2147483751" r:id="rId6"/>
    <p:sldLayoutId id="2147483752" r:id="rId7"/>
    <p:sldLayoutId id="2147483753" r:id="rId8"/>
    <p:sldLayoutId id="2147483746" r:id="rId9"/>
    <p:sldLayoutId id="2147483744" r:id="rId10"/>
    <p:sldLayoutId id="2147483724" r:id="rId11"/>
    <p:sldLayoutId id="2147483726" r:id="rId12"/>
    <p:sldLayoutId id="2147483727" r:id="rId13"/>
    <p:sldLayoutId id="2147483728" r:id="rId14"/>
    <p:sldLayoutId id="2147483729" r:id="rId15"/>
    <p:sldLayoutId id="2147483745" r:id="rId16"/>
    <p:sldLayoutId id="2147483723" r:id="rId17"/>
    <p:sldLayoutId id="2147483734" r:id="rId18"/>
    <p:sldLayoutId id="2147483754" r:id="rId19"/>
    <p:sldLayoutId id="2147483755" r:id="rId20"/>
  </p:sldLayoutIdLst>
  <p:hf hdr="0" ftr="0" dt="0"/>
  <p:txStyles>
    <p:titleStyle>
      <a:lvl1pPr algn="l" defTabSz="914333" rtl="0" eaLnBrk="1" latinLnBrk="0" hangingPunct="1">
        <a:lnSpc>
          <a:spcPct val="89000"/>
        </a:lnSpc>
        <a:spcBef>
          <a:spcPct val="0"/>
        </a:spcBef>
        <a:buNone/>
        <a:defRPr sz="2800" kern="1200">
          <a:solidFill>
            <a:schemeClr val="accent1"/>
          </a:solidFill>
          <a:latin typeface="+mj-lt"/>
          <a:ea typeface="+mj-ea"/>
          <a:cs typeface="+mj-cs"/>
        </a:defRPr>
      </a:lvl1pPr>
    </p:titleStyle>
    <p:bodyStyle>
      <a:lvl1pPr marL="230400" indent="-230400" algn="l" defTabSz="914333" rtl="0" eaLnBrk="1" latinLnBrk="0" hangingPunct="1">
        <a:lnSpc>
          <a:spcPct val="107000"/>
        </a:lnSpc>
        <a:spcBef>
          <a:spcPts val="500"/>
        </a:spcBef>
        <a:buFont typeface="Wingdings" panose="05000000000000000000" pitchFamily="2" charset="2"/>
        <a:buChar char="§"/>
        <a:defRPr sz="1800" kern="1200">
          <a:solidFill>
            <a:schemeClr val="tx1"/>
          </a:solidFill>
          <a:latin typeface="+mn-lt"/>
          <a:ea typeface="+mn-ea"/>
          <a:cs typeface="+mn-cs"/>
        </a:defRPr>
      </a:lvl1pPr>
      <a:lvl2pPr marL="687600" indent="-230400" algn="l" defTabSz="914333" rtl="0" eaLnBrk="1" latinLnBrk="0" hangingPunct="1">
        <a:lnSpc>
          <a:spcPct val="103000"/>
        </a:lnSpc>
        <a:spcBef>
          <a:spcPts val="500"/>
        </a:spcBef>
        <a:buFont typeface="Symbol" panose="05050102010706020507" pitchFamily="18" charset="2"/>
        <a:buChar char="-"/>
        <a:defRPr sz="1600" kern="1200">
          <a:solidFill>
            <a:schemeClr val="tx1"/>
          </a:solidFill>
          <a:latin typeface="+mn-lt"/>
          <a:ea typeface="+mn-ea"/>
          <a:cs typeface="+mn-cs"/>
        </a:defRPr>
      </a:lvl2pPr>
      <a:lvl3pPr marL="1144800" indent="-230400" algn="l" defTabSz="914333" rtl="0" eaLnBrk="1" latinLnBrk="0" hangingPunct="1">
        <a:lnSpc>
          <a:spcPct val="102000"/>
        </a:lnSpc>
        <a:spcBef>
          <a:spcPts val="500"/>
        </a:spcBef>
        <a:buFont typeface="Symbol" panose="05050102010706020507" pitchFamily="18" charset="2"/>
        <a:buChar char="-"/>
        <a:defRPr sz="1400" kern="1200">
          <a:solidFill>
            <a:schemeClr val="tx1"/>
          </a:solidFill>
          <a:latin typeface="+mn-lt"/>
          <a:ea typeface="+mn-ea"/>
          <a:cs typeface="+mn-cs"/>
        </a:defRPr>
      </a:lvl3pPr>
      <a:lvl4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4pPr>
      <a:lvl5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5pPr>
      <a:lvl6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6pPr>
      <a:lvl7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7pPr>
      <a:lvl8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8pPr>
      <a:lvl9pPr marL="1602000" indent="-230400" algn="l" defTabSz="914333" rtl="0" eaLnBrk="1" latinLnBrk="0" hangingPunct="1">
        <a:lnSpc>
          <a:spcPct val="103000"/>
        </a:lnSpc>
        <a:spcBef>
          <a:spcPts val="500"/>
        </a:spcBef>
        <a:buFont typeface="Bosch Office Sans" pitchFamily="2" charset="0"/>
        <a:buChar char="‒"/>
        <a:defRPr sz="1300" kern="1200" baseline="0">
          <a:solidFill>
            <a:schemeClr val="tx1"/>
          </a:solidFill>
          <a:latin typeface="+mn-lt"/>
          <a:ea typeface="+mn-ea"/>
          <a:cs typeface="+mn-cs"/>
        </a:defRPr>
      </a:lvl9pPr>
    </p:bodyStyle>
    <p:otherStyle>
      <a:defPPr>
        <a:defRPr lang="de-DE"/>
      </a:defPPr>
      <a:lvl1pPr marL="0" algn="l" defTabSz="914333" rtl="0" eaLnBrk="1" latinLnBrk="0" hangingPunct="1">
        <a:defRPr sz="1800" kern="1200">
          <a:solidFill>
            <a:schemeClr val="tx1"/>
          </a:solidFill>
          <a:latin typeface="+mn-lt"/>
          <a:ea typeface="+mn-ea"/>
          <a:cs typeface="+mn-cs"/>
        </a:defRPr>
      </a:lvl1pPr>
      <a:lvl2pPr marL="457166" algn="l" defTabSz="914333" rtl="0" eaLnBrk="1" latinLnBrk="0" hangingPunct="1">
        <a:defRPr sz="1800" kern="1200">
          <a:solidFill>
            <a:schemeClr val="tx1"/>
          </a:solidFill>
          <a:latin typeface="+mn-lt"/>
          <a:ea typeface="+mn-ea"/>
          <a:cs typeface="+mn-cs"/>
        </a:defRPr>
      </a:lvl2pPr>
      <a:lvl3pPr marL="914333" algn="l" defTabSz="914333" rtl="0" eaLnBrk="1" latinLnBrk="0" hangingPunct="1">
        <a:defRPr sz="1800" kern="1200">
          <a:solidFill>
            <a:schemeClr val="tx1"/>
          </a:solidFill>
          <a:latin typeface="+mn-lt"/>
          <a:ea typeface="+mn-ea"/>
          <a:cs typeface="+mn-cs"/>
        </a:defRPr>
      </a:lvl3pPr>
      <a:lvl4pPr marL="1371499" algn="l" defTabSz="914333" rtl="0" eaLnBrk="1" latinLnBrk="0" hangingPunct="1">
        <a:defRPr sz="1800" kern="1200">
          <a:solidFill>
            <a:schemeClr val="tx1"/>
          </a:solidFill>
          <a:latin typeface="+mn-lt"/>
          <a:ea typeface="+mn-ea"/>
          <a:cs typeface="+mn-cs"/>
        </a:defRPr>
      </a:lvl4pPr>
      <a:lvl5pPr marL="1828665" algn="l" defTabSz="914333" rtl="0" eaLnBrk="1" latinLnBrk="0" hangingPunct="1">
        <a:defRPr sz="1800" kern="1200">
          <a:solidFill>
            <a:schemeClr val="tx1"/>
          </a:solidFill>
          <a:latin typeface="+mn-lt"/>
          <a:ea typeface="+mn-ea"/>
          <a:cs typeface="+mn-cs"/>
        </a:defRPr>
      </a:lvl5pPr>
      <a:lvl6pPr marL="2285832" algn="l" defTabSz="914333" rtl="0" eaLnBrk="1" latinLnBrk="0" hangingPunct="1">
        <a:defRPr sz="1800" kern="1200">
          <a:solidFill>
            <a:schemeClr val="tx1"/>
          </a:solidFill>
          <a:latin typeface="+mn-lt"/>
          <a:ea typeface="+mn-ea"/>
          <a:cs typeface="+mn-cs"/>
        </a:defRPr>
      </a:lvl6pPr>
      <a:lvl7pPr marL="2742998" algn="l" defTabSz="914333" rtl="0" eaLnBrk="1" latinLnBrk="0" hangingPunct="1">
        <a:defRPr sz="1800" kern="1200">
          <a:solidFill>
            <a:schemeClr val="tx1"/>
          </a:solidFill>
          <a:latin typeface="+mn-lt"/>
          <a:ea typeface="+mn-ea"/>
          <a:cs typeface="+mn-cs"/>
        </a:defRPr>
      </a:lvl7pPr>
      <a:lvl8pPr marL="3200165" algn="l" defTabSz="914333" rtl="0" eaLnBrk="1" latinLnBrk="0" hangingPunct="1">
        <a:defRPr sz="1800" kern="1200">
          <a:solidFill>
            <a:schemeClr val="tx1"/>
          </a:solidFill>
          <a:latin typeface="+mn-lt"/>
          <a:ea typeface="+mn-ea"/>
          <a:cs typeface="+mn-cs"/>
        </a:defRPr>
      </a:lvl8pPr>
      <a:lvl9pPr marL="3657332" algn="l" defTabSz="91433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slideLayout" Target="../slideLayouts/slideLayout19.xml"/><Relationship Id="rId1" Type="http://schemas.openxmlformats.org/officeDocument/2006/relationships/tags" Target="../tags/tag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19.xml"/><Relationship Id="rId1" Type="http://schemas.openxmlformats.org/officeDocument/2006/relationships/tags" Target="../tags/tag3.xml"/><Relationship Id="rId4" Type="http://schemas.openxmlformats.org/officeDocument/2006/relationships/image" Target="../media/image20.emf"/></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19.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notesSlide" Target="../notesSlides/notesSlide1.xml"/><Relationship Id="rId7" Type="http://schemas.openxmlformats.org/officeDocument/2006/relationships/image" Target="../media/image25.png"/><Relationship Id="rId12" Type="http://schemas.openxmlformats.org/officeDocument/2006/relationships/image" Target="../media/image29.png"/><Relationship Id="rId2" Type="http://schemas.openxmlformats.org/officeDocument/2006/relationships/slideLayout" Target="../slideLayouts/slideLayout19.xml"/><Relationship Id="rId1" Type="http://schemas.openxmlformats.org/officeDocument/2006/relationships/tags" Target="../tags/tag5.xml"/><Relationship Id="rId6" Type="http://schemas.openxmlformats.org/officeDocument/2006/relationships/image" Target="../media/image24.png"/><Relationship Id="rId11" Type="http://schemas.openxmlformats.org/officeDocument/2006/relationships/image" Target="../media/image28.jpeg"/><Relationship Id="rId5" Type="http://schemas.openxmlformats.org/officeDocument/2006/relationships/image" Target="../media/image23.png"/><Relationship Id="rId10" Type="http://schemas.openxmlformats.org/officeDocument/2006/relationships/image" Target="../media/image19.png"/><Relationship Id="rId4" Type="http://schemas.openxmlformats.org/officeDocument/2006/relationships/image" Target="../media/image22.png"/><Relationship Id="rId9" Type="http://schemas.openxmlformats.org/officeDocument/2006/relationships/image" Target="../media/image27.jpeg"/></Relationships>
</file>

<file path=ppt/slides/_rels/slide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B89E0-89D9-4425-AE04-BF03119740B1}"/>
              </a:ext>
            </a:extLst>
          </p:cNvPr>
          <p:cNvSpPr>
            <a:spLocks noGrp="1"/>
          </p:cNvSpPr>
          <p:nvPr>
            <p:ph type="ctrTitle"/>
          </p:nvPr>
        </p:nvSpPr>
        <p:spPr/>
        <p:txBody>
          <a:bodyPr>
            <a:normAutofit fontScale="90000"/>
          </a:bodyPr>
          <a:lstStyle/>
          <a:p>
            <a:r>
              <a:rPr lang="en-US" altLang="zh-CN" dirty="0"/>
              <a:t>FB Material feeding poka-yoke</a:t>
            </a:r>
            <a:br>
              <a:rPr lang="en-US" altLang="zh-CN" dirty="0"/>
            </a:br>
            <a:r>
              <a:rPr lang="en-US" altLang="zh-CN" dirty="0"/>
              <a:t>(Backend Programming)</a:t>
            </a:r>
            <a:br>
              <a:rPr lang="en-US" altLang="zh-CN" dirty="0"/>
            </a:br>
            <a:endParaRPr lang="en-US" dirty="0"/>
          </a:p>
        </p:txBody>
      </p:sp>
      <p:sp>
        <p:nvSpPr>
          <p:cNvPr id="3" name="Text Placeholder 2">
            <a:extLst>
              <a:ext uri="{FF2B5EF4-FFF2-40B4-BE49-F238E27FC236}">
                <a16:creationId xmlns:a16="http://schemas.microsoft.com/office/drawing/2014/main" id="{B9139839-FCEA-4EC2-AD64-E9A6C386964E}"/>
              </a:ext>
            </a:extLst>
          </p:cNvPr>
          <p:cNvSpPr>
            <a:spLocks noGrp="1"/>
          </p:cNvSpPr>
          <p:nvPr>
            <p:ph type="body" sz="quarter" idx="1"/>
          </p:nvPr>
        </p:nvSpPr>
        <p:spPr/>
        <p:txBody>
          <a:bodyPr/>
          <a:lstStyle/>
          <a:p>
            <a:r>
              <a:rPr lang="en-US" dirty="0"/>
              <a:t>Olarinde Joseph Korede</a:t>
            </a:r>
          </a:p>
          <a:p>
            <a:r>
              <a:rPr lang="en-US" sz="2000" dirty="0"/>
              <a:t>ShzP/COR</a:t>
            </a:r>
          </a:p>
        </p:txBody>
      </p:sp>
    </p:spTree>
    <p:extLst>
      <p:ext uri="{BB962C8B-B14F-4D97-AF65-F5344CB8AC3E}">
        <p14:creationId xmlns:p14="http://schemas.microsoft.com/office/powerpoint/2010/main" val="2853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Concept: Technical description</a:t>
            </a:r>
          </a:p>
        </p:txBody>
      </p:sp>
      <p:sp>
        <p:nvSpPr>
          <p:cNvPr id="3" name="Text Placeholder 2"/>
          <p:cNvSpPr>
            <a:spLocks noGrp="1"/>
          </p:cNvSpPr>
          <p:nvPr>
            <p:ph type="body" sz="quarter" idx="15"/>
          </p:nvPr>
        </p:nvSpPr>
        <p:spPr/>
        <p:txBody>
          <a:bodyPr/>
          <a:lstStyle/>
          <a:p>
            <a:r>
              <a:rPr lang="en-US" altLang="zh-CN" dirty="0"/>
              <a:t>FB Material feeding poka-yoke (Backend Programming)</a:t>
            </a:r>
          </a:p>
        </p:txBody>
      </p:sp>
      <p:sp>
        <p:nvSpPr>
          <p:cNvPr id="4" name="Slide Number Placeholder 3"/>
          <p:cNvSpPr>
            <a:spLocks noGrp="1"/>
          </p:cNvSpPr>
          <p:nvPr>
            <p:ph type="sldNum" sz="quarter" idx="12"/>
          </p:nvPr>
        </p:nvSpPr>
        <p:spPr/>
        <p:txBody>
          <a:bodyPr/>
          <a:lstStyle/>
          <a:p>
            <a:fld id="{4898AEC0-503E-4FA4-859C-D0F72D6E3F79}" type="slidenum">
              <a:rPr lang="de-DE" smtClean="0"/>
              <a:pPr/>
              <a:t>2</a:t>
            </a:fld>
            <a:endParaRPr lang="de-DE"/>
          </a:p>
        </p:txBody>
      </p:sp>
      <p:sp>
        <p:nvSpPr>
          <p:cNvPr id="6" name="TextBox 5"/>
          <p:cNvSpPr txBox="1"/>
          <p:nvPr>
            <p:custDataLst>
              <p:tags r:id="rId1"/>
            </p:custDataLst>
          </p:nvPr>
        </p:nvSpPr>
        <p:spPr>
          <a:xfrm>
            <a:off x="186015" y="1102486"/>
            <a:ext cx="5910715" cy="307777"/>
          </a:xfrm>
          <a:prstGeom prst="rect">
            <a:avLst/>
          </a:prstGeom>
          <a:noFill/>
        </p:spPr>
        <p:txBody>
          <a:bodyPr wrap="square" rtlCol="0">
            <a:spAutoFit/>
          </a:bodyPr>
          <a:lstStyle/>
          <a:p>
            <a:r>
              <a:rPr lang="en-US" sz="1400" kern="0" dirty="0">
                <a:solidFill>
                  <a:srgbClr val="000000"/>
                </a:solidFill>
                <a:sym typeface="Wingdings 3" panose="05040102010807070707" pitchFamily="18" charset="2"/>
              </a:rPr>
              <a:t> </a:t>
            </a:r>
            <a:r>
              <a:rPr lang="en-US" altLang="zh-CN" sz="1400" b="1" kern="0" dirty="0">
                <a:solidFill>
                  <a:srgbClr val="000000"/>
                </a:solidFill>
                <a:sym typeface="Wingdings 3" panose="05040102010807070707" pitchFamily="18" charset="2"/>
              </a:rPr>
              <a:t>Concept overview: </a:t>
            </a:r>
            <a:r>
              <a:rPr lang="en-US" sz="1400" b="1" kern="0" dirty="0">
                <a:solidFill>
                  <a:srgbClr val="000000"/>
                </a:solidFill>
                <a:sym typeface="Wingdings 3" panose="05040102010807070707" pitchFamily="18" charset="2"/>
              </a:rPr>
              <a:t>Software Requirements</a:t>
            </a:r>
            <a:endParaRPr lang="en-US" sz="1400" kern="0" dirty="0">
              <a:latin typeface="Bosch Office Sans"/>
            </a:endParaRPr>
          </a:p>
        </p:txBody>
      </p:sp>
      <p:sp>
        <p:nvSpPr>
          <p:cNvPr id="109" name="TextBox 108">
            <a:extLst>
              <a:ext uri="{FF2B5EF4-FFF2-40B4-BE49-F238E27FC236}">
                <a16:creationId xmlns:a16="http://schemas.microsoft.com/office/drawing/2014/main" id="{74706CDE-BCC3-408A-B7A2-6163BCCC625B}"/>
              </a:ext>
            </a:extLst>
          </p:cNvPr>
          <p:cNvSpPr txBox="1"/>
          <p:nvPr/>
        </p:nvSpPr>
        <p:spPr>
          <a:xfrm>
            <a:off x="351222" y="1614661"/>
            <a:ext cx="4445647" cy="270554"/>
          </a:xfrm>
          <a:prstGeom prst="rect">
            <a:avLst/>
          </a:prstGeom>
          <a:noFill/>
        </p:spPr>
        <p:txBody>
          <a:bodyPr wrap="square" lIns="0" tIns="0" rIns="0" bIns="0" rtlCol="0">
            <a:noAutofit/>
          </a:bodyPr>
          <a:lstStyle/>
          <a:p>
            <a:pPr fontAlgn="auto">
              <a:spcBef>
                <a:spcPts val="500"/>
              </a:spcBef>
              <a:spcAft>
                <a:spcPts val="0"/>
              </a:spcAft>
            </a:pPr>
            <a:r>
              <a:rPr lang="en-US" altLang="zh-CN" sz="1200" kern="0" dirty="0"/>
              <a:t>Upload 13 digits PN in poka-yoke system before C/O</a:t>
            </a:r>
          </a:p>
        </p:txBody>
      </p:sp>
      <p:grpSp>
        <p:nvGrpSpPr>
          <p:cNvPr id="113" name="Group 112">
            <a:extLst>
              <a:ext uri="{FF2B5EF4-FFF2-40B4-BE49-F238E27FC236}">
                <a16:creationId xmlns:a16="http://schemas.microsoft.com/office/drawing/2014/main" id="{4309952C-85EC-4AB7-B183-EDB15D1BA279}"/>
              </a:ext>
            </a:extLst>
          </p:cNvPr>
          <p:cNvGrpSpPr/>
          <p:nvPr/>
        </p:nvGrpSpPr>
        <p:grpSpPr>
          <a:xfrm>
            <a:off x="5873406" y="4439395"/>
            <a:ext cx="2203388" cy="284665"/>
            <a:chOff x="3557934" y="1441119"/>
            <a:chExt cx="3965319" cy="459248"/>
          </a:xfrm>
        </p:grpSpPr>
        <p:grpSp>
          <p:nvGrpSpPr>
            <p:cNvPr id="116" name="Group 115">
              <a:extLst>
                <a:ext uri="{FF2B5EF4-FFF2-40B4-BE49-F238E27FC236}">
                  <a16:creationId xmlns:a16="http://schemas.microsoft.com/office/drawing/2014/main" id="{BB5C2893-0A81-44CE-A3AA-5E2BE3FF916C}"/>
                </a:ext>
              </a:extLst>
            </p:cNvPr>
            <p:cNvGrpSpPr/>
            <p:nvPr/>
          </p:nvGrpSpPr>
          <p:grpSpPr>
            <a:xfrm>
              <a:off x="3557934" y="1655709"/>
              <a:ext cx="3248226" cy="244658"/>
              <a:chOff x="6518038" y="3996406"/>
              <a:chExt cx="3687700" cy="283098"/>
            </a:xfrm>
          </p:grpSpPr>
          <p:sp>
            <p:nvSpPr>
              <p:cNvPr id="120" name="Oval 119">
                <a:extLst>
                  <a:ext uri="{FF2B5EF4-FFF2-40B4-BE49-F238E27FC236}">
                    <a16:creationId xmlns:a16="http://schemas.microsoft.com/office/drawing/2014/main" id="{A1996F0F-0406-4227-823E-689EE632D2A3}"/>
                  </a:ext>
                </a:extLst>
              </p:cNvPr>
              <p:cNvSpPr/>
              <p:nvPr/>
            </p:nvSpPr>
            <p:spPr>
              <a:xfrm>
                <a:off x="6518038" y="4029936"/>
                <a:ext cx="226046" cy="219145"/>
              </a:xfrm>
              <a:prstGeom prst="ellipse">
                <a:avLst/>
              </a:prstGeom>
              <a:solidFill>
                <a:srgbClr val="00B050"/>
              </a:solidFill>
              <a:ln w="9525" cap="flat" cmpd="sng" algn="ctr">
                <a:solidFill>
                  <a:srgbClr val="00B050"/>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0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121" name="TextBox 120">
                <a:extLst>
                  <a:ext uri="{FF2B5EF4-FFF2-40B4-BE49-F238E27FC236}">
                    <a16:creationId xmlns:a16="http://schemas.microsoft.com/office/drawing/2014/main" id="{01D51D12-C1F0-40E7-A104-4662E123F8EE}"/>
                  </a:ext>
                </a:extLst>
              </p:cNvPr>
              <p:cNvSpPr txBox="1"/>
              <p:nvPr/>
            </p:nvSpPr>
            <p:spPr>
              <a:xfrm>
                <a:off x="6775328" y="3996406"/>
                <a:ext cx="3430410" cy="283098"/>
              </a:xfrm>
              <a:prstGeom prst="rect">
                <a:avLst/>
              </a:prstGeom>
              <a:noFill/>
            </p:spPr>
            <p:txBody>
              <a:bodyPr wrap="square" lIns="0" tIns="0" rIns="0" bIns="0" rtlCol="0">
                <a:noAutofit/>
              </a:bodyPr>
              <a:lstStyle/>
              <a:p>
                <a:pPr fontAlgn="auto">
                  <a:spcBef>
                    <a:spcPts val="500"/>
                  </a:spcBef>
                  <a:spcAft>
                    <a:spcPts val="0"/>
                  </a:spcAft>
                </a:pPr>
                <a:r>
                  <a:rPr lang="en-US" sz="1050" kern="0" dirty="0">
                    <a:solidFill>
                      <a:srgbClr val="000000"/>
                    </a:solidFill>
                  </a:rPr>
                  <a:t>Green light: OK, MAE </a:t>
                </a:r>
                <a:r>
                  <a:rPr lang="en-US" sz="1050" b="1" kern="0" dirty="0"/>
                  <a:t>runs</a:t>
                </a:r>
                <a:endParaRPr kumimoji="0" lang="en-US" sz="1050" b="1" i="0" u="none" strike="noStrike" kern="0" cap="none" spc="0" normalizeH="0" baseline="0" noProof="0" dirty="0">
                  <a:ln>
                    <a:noFill/>
                  </a:ln>
                  <a:effectLst/>
                  <a:uLnTx/>
                  <a:uFillTx/>
                </a:endParaRPr>
              </a:p>
            </p:txBody>
          </p:sp>
        </p:grpSp>
        <p:grpSp>
          <p:nvGrpSpPr>
            <p:cNvPr id="117" name="Group 116">
              <a:extLst>
                <a:ext uri="{FF2B5EF4-FFF2-40B4-BE49-F238E27FC236}">
                  <a16:creationId xmlns:a16="http://schemas.microsoft.com/office/drawing/2014/main" id="{9150C9C0-2465-480C-A4DC-C6E69D5159C6}"/>
                </a:ext>
              </a:extLst>
            </p:cNvPr>
            <p:cNvGrpSpPr/>
            <p:nvPr/>
          </p:nvGrpSpPr>
          <p:grpSpPr>
            <a:xfrm>
              <a:off x="3557934" y="1441119"/>
              <a:ext cx="3965319" cy="221867"/>
              <a:chOff x="6570907" y="3459770"/>
              <a:chExt cx="4304360" cy="250977"/>
            </a:xfrm>
          </p:grpSpPr>
          <p:sp>
            <p:nvSpPr>
              <p:cNvPr id="118" name="Oval 117">
                <a:extLst>
                  <a:ext uri="{FF2B5EF4-FFF2-40B4-BE49-F238E27FC236}">
                    <a16:creationId xmlns:a16="http://schemas.microsoft.com/office/drawing/2014/main" id="{A9258DBE-9437-4D10-B656-3BDAA7FE6FEC}"/>
                  </a:ext>
                </a:extLst>
              </p:cNvPr>
              <p:cNvSpPr/>
              <p:nvPr/>
            </p:nvSpPr>
            <p:spPr>
              <a:xfrm>
                <a:off x="6570907" y="3497797"/>
                <a:ext cx="219999" cy="207765"/>
              </a:xfrm>
              <a:prstGeom prst="ellipse">
                <a:avLst/>
              </a:prstGeom>
              <a:solidFill>
                <a:srgbClr val="FF0000"/>
              </a:solidFill>
              <a:ln w="9525" cap="flat" cmpd="sng" algn="ctr">
                <a:solidFill>
                  <a:srgbClr val="FF0000"/>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0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119" name="TextBox 118">
                <a:extLst>
                  <a:ext uri="{FF2B5EF4-FFF2-40B4-BE49-F238E27FC236}">
                    <a16:creationId xmlns:a16="http://schemas.microsoft.com/office/drawing/2014/main" id="{1F14B8D9-5504-4729-B6B2-637FA963A1C1}"/>
                  </a:ext>
                </a:extLst>
              </p:cNvPr>
              <p:cNvSpPr txBox="1"/>
              <p:nvPr/>
            </p:nvSpPr>
            <p:spPr>
              <a:xfrm>
                <a:off x="6816910" y="3459770"/>
                <a:ext cx="4058357" cy="250977"/>
              </a:xfrm>
              <a:prstGeom prst="rect">
                <a:avLst/>
              </a:prstGeom>
              <a:noFill/>
            </p:spPr>
            <p:txBody>
              <a:bodyPr wrap="square" lIns="0" tIns="0" rIns="0" bIns="0" rtlCol="0">
                <a:noAutofit/>
              </a:bodyPr>
              <a:lstStyle/>
              <a:p>
                <a:pPr fontAlgn="auto">
                  <a:spcBef>
                    <a:spcPts val="500"/>
                  </a:spcBef>
                  <a:spcAft>
                    <a:spcPts val="0"/>
                  </a:spcAft>
                </a:pPr>
                <a:r>
                  <a:rPr lang="en-US" sz="1050" kern="0" dirty="0">
                    <a:solidFill>
                      <a:srgbClr val="000000"/>
                    </a:solidFill>
                  </a:rPr>
                  <a:t>Red light: NG, MAE </a:t>
                </a:r>
                <a:r>
                  <a:rPr lang="en-US" sz="1050" b="1" kern="0" dirty="0"/>
                  <a:t>stop running</a:t>
                </a:r>
                <a:endParaRPr kumimoji="0" lang="en-US" sz="1050" b="1" i="0" u="none" strike="noStrike" kern="0" cap="none" spc="0" normalizeH="0" baseline="0" noProof="0" dirty="0">
                  <a:ln>
                    <a:noFill/>
                  </a:ln>
                  <a:effectLst/>
                  <a:uLnTx/>
                  <a:uFillTx/>
                </a:endParaRPr>
              </a:p>
            </p:txBody>
          </p:sp>
        </p:grpSp>
      </p:grpSp>
      <p:sp>
        <p:nvSpPr>
          <p:cNvPr id="114" name="Rectangle 113">
            <a:extLst>
              <a:ext uri="{FF2B5EF4-FFF2-40B4-BE49-F238E27FC236}">
                <a16:creationId xmlns:a16="http://schemas.microsoft.com/office/drawing/2014/main" id="{79F39A1E-A399-41AD-9FE6-EBFEEED951CE}"/>
              </a:ext>
            </a:extLst>
          </p:cNvPr>
          <p:cNvSpPr/>
          <p:nvPr/>
        </p:nvSpPr>
        <p:spPr>
          <a:xfrm>
            <a:off x="1325344" y="4632955"/>
            <a:ext cx="2105063" cy="276999"/>
          </a:xfrm>
          <a:prstGeom prst="rect">
            <a:avLst/>
          </a:prstGeom>
        </p:spPr>
        <p:txBody>
          <a:bodyPr wrap="none">
            <a:spAutoFit/>
          </a:bodyPr>
          <a:lstStyle/>
          <a:p>
            <a:pPr fontAlgn="auto">
              <a:spcBef>
                <a:spcPts val="500"/>
              </a:spcBef>
              <a:spcAft>
                <a:spcPts val="0"/>
              </a:spcAft>
            </a:pPr>
            <a:r>
              <a:rPr lang="en-US" sz="1200" kern="0" dirty="0">
                <a:solidFill>
                  <a:srgbClr val="000000"/>
                </a:solidFill>
              </a:rPr>
              <a:t>Poka-yoke system feedback</a:t>
            </a:r>
          </a:p>
        </p:txBody>
      </p:sp>
      <p:pic>
        <p:nvPicPr>
          <p:cNvPr id="115" name="Picture 114">
            <a:extLst>
              <a:ext uri="{FF2B5EF4-FFF2-40B4-BE49-F238E27FC236}">
                <a16:creationId xmlns:a16="http://schemas.microsoft.com/office/drawing/2014/main" id="{A4CAE83C-BFE1-492A-A54C-B378584B9DBA}"/>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345129" y="4068946"/>
            <a:ext cx="1599422" cy="1199567"/>
          </a:xfrm>
          <a:prstGeom prst="rect">
            <a:avLst/>
          </a:prstGeom>
        </p:spPr>
      </p:pic>
      <p:pic>
        <p:nvPicPr>
          <p:cNvPr id="112" name="Picture 111">
            <a:extLst>
              <a:ext uri="{FF2B5EF4-FFF2-40B4-BE49-F238E27FC236}">
                <a16:creationId xmlns:a16="http://schemas.microsoft.com/office/drawing/2014/main" id="{4D7CC4B7-7E50-4C72-9DC4-47BDB5A3A4E1}"/>
              </a:ext>
            </a:extLst>
          </p:cNvPr>
          <p:cNvPicPr>
            <a:picLocks noChangeAspect="1"/>
          </p:cNvPicPr>
          <p:nvPr/>
        </p:nvPicPr>
        <p:blipFill>
          <a:blip r:embed="rId4"/>
          <a:stretch>
            <a:fillRect/>
          </a:stretch>
        </p:blipFill>
        <p:spPr>
          <a:xfrm>
            <a:off x="5396590" y="4384764"/>
            <a:ext cx="202548" cy="339296"/>
          </a:xfrm>
          <a:prstGeom prst="rect">
            <a:avLst/>
          </a:prstGeom>
        </p:spPr>
      </p:pic>
      <p:sp>
        <p:nvSpPr>
          <p:cNvPr id="122" name="TextBox 121">
            <a:extLst>
              <a:ext uri="{FF2B5EF4-FFF2-40B4-BE49-F238E27FC236}">
                <a16:creationId xmlns:a16="http://schemas.microsoft.com/office/drawing/2014/main" id="{DA3F1205-525C-440C-A7E2-D01E57E36022}"/>
              </a:ext>
            </a:extLst>
          </p:cNvPr>
          <p:cNvSpPr txBox="1"/>
          <p:nvPr/>
        </p:nvSpPr>
        <p:spPr>
          <a:xfrm>
            <a:off x="351222" y="2866988"/>
            <a:ext cx="5184072" cy="241272"/>
          </a:xfrm>
          <a:prstGeom prst="rect">
            <a:avLst/>
          </a:prstGeom>
          <a:noFill/>
        </p:spPr>
        <p:txBody>
          <a:bodyPr wrap="square" lIns="0" tIns="0" rIns="0" bIns="0" rtlCol="0">
            <a:noAutofit/>
          </a:bodyPr>
          <a:lstStyle/>
          <a:p>
            <a:pPr fontAlgn="auto">
              <a:spcBef>
                <a:spcPts val="500"/>
              </a:spcBef>
              <a:spcAft>
                <a:spcPts val="0"/>
              </a:spcAft>
            </a:pPr>
            <a:r>
              <a:rPr lang="en-US" sz="1200" kern="0" noProof="0" dirty="0">
                <a:solidFill>
                  <a:srgbClr val="000000"/>
                </a:solidFill>
              </a:rPr>
              <a:t>Scan </a:t>
            </a:r>
            <a:r>
              <a:rPr lang="en-US" sz="1200" kern="0" dirty="0">
                <a:solidFill>
                  <a:srgbClr val="000000"/>
                </a:solidFill>
              </a:rPr>
              <a:t>component QR </a:t>
            </a:r>
            <a:r>
              <a:rPr lang="en-US" altLang="zh-CN" sz="1200" kern="0" noProof="0" dirty="0">
                <a:solidFill>
                  <a:srgbClr val="000000"/>
                </a:solidFill>
              </a:rPr>
              <a:t>code </a:t>
            </a:r>
            <a:r>
              <a:rPr lang="en-US" sz="1200" kern="0" dirty="0">
                <a:solidFill>
                  <a:srgbClr val="000000"/>
                </a:solidFill>
              </a:rPr>
              <a:t>to identify if it’s correct material</a:t>
            </a:r>
          </a:p>
        </p:txBody>
      </p:sp>
      <p:pic>
        <p:nvPicPr>
          <p:cNvPr id="123" name="Picture 122">
            <a:extLst>
              <a:ext uri="{FF2B5EF4-FFF2-40B4-BE49-F238E27FC236}">
                <a16:creationId xmlns:a16="http://schemas.microsoft.com/office/drawing/2014/main" id="{6D25D8CB-3BCB-4CCF-AE2A-A2A930380877}"/>
              </a:ext>
            </a:extLst>
          </p:cNvPr>
          <p:cNvPicPr>
            <a:picLocks noChangeAspect="1"/>
          </p:cNvPicPr>
          <p:nvPr/>
        </p:nvPicPr>
        <p:blipFill>
          <a:blip r:embed="rId5"/>
          <a:stretch>
            <a:fillRect/>
          </a:stretch>
        </p:blipFill>
        <p:spPr>
          <a:xfrm>
            <a:off x="4643973" y="2460689"/>
            <a:ext cx="893301" cy="850364"/>
          </a:xfrm>
          <a:prstGeom prst="rect">
            <a:avLst/>
          </a:prstGeom>
        </p:spPr>
      </p:pic>
      <p:sp>
        <p:nvSpPr>
          <p:cNvPr id="124" name="Rectangular Callout 75">
            <a:extLst>
              <a:ext uri="{FF2B5EF4-FFF2-40B4-BE49-F238E27FC236}">
                <a16:creationId xmlns:a16="http://schemas.microsoft.com/office/drawing/2014/main" id="{1B4E7B3F-6AEC-4279-82AD-841450B1BA3B}"/>
              </a:ext>
            </a:extLst>
          </p:cNvPr>
          <p:cNvSpPr/>
          <p:nvPr/>
        </p:nvSpPr>
        <p:spPr>
          <a:xfrm>
            <a:off x="5512668" y="2459397"/>
            <a:ext cx="584062" cy="560415"/>
          </a:xfrm>
          <a:prstGeom prst="wedgeRectCallout">
            <a:avLst>
              <a:gd name="adj1" fmla="val -104416"/>
              <a:gd name="adj2" fmla="val 66264"/>
            </a:avLst>
          </a:prstGeom>
          <a:noFill/>
          <a:ln w="34925" cap="flat" cmpd="sng" algn="ctr">
            <a:solidFill>
              <a:schemeClr val="bg2"/>
            </a:solid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solidFill>
                  <a:srgbClr val="92D050"/>
                </a:solidFill>
              </a:ln>
              <a:solidFill>
                <a:srgbClr val="000000"/>
              </a:solidFill>
              <a:effectLst/>
              <a:uLnTx/>
              <a:uFillTx/>
              <a:latin typeface="Bosch Office Sans"/>
              <a:ea typeface="+mn-ea"/>
              <a:cs typeface="+mn-cs"/>
            </a:endParaRPr>
          </a:p>
        </p:txBody>
      </p:sp>
      <p:sp>
        <p:nvSpPr>
          <p:cNvPr id="125" name="TextBox 124">
            <a:extLst>
              <a:ext uri="{FF2B5EF4-FFF2-40B4-BE49-F238E27FC236}">
                <a16:creationId xmlns:a16="http://schemas.microsoft.com/office/drawing/2014/main" id="{48DC1D35-D2BC-4E7E-8883-5A20036EB212}"/>
              </a:ext>
            </a:extLst>
          </p:cNvPr>
          <p:cNvSpPr txBox="1"/>
          <p:nvPr/>
        </p:nvSpPr>
        <p:spPr>
          <a:xfrm>
            <a:off x="4643972" y="3344807"/>
            <a:ext cx="1300579" cy="158070"/>
          </a:xfrm>
          <a:prstGeom prst="rect">
            <a:avLst/>
          </a:prstGeom>
          <a:solidFill>
            <a:schemeClr val="bg2">
              <a:lumMod val="75000"/>
            </a:schemeClr>
          </a:solidFill>
        </p:spPr>
        <p:txBody>
          <a:bodyPr wrap="square" lIns="0" tIns="0" rIns="0" bIns="0" rtlCol="0">
            <a:noAutofit/>
          </a:bodyPr>
          <a:lstStyle/>
          <a:p>
            <a:pPr fontAlgn="auto">
              <a:spcBef>
                <a:spcPts val="500"/>
              </a:spcBef>
              <a:spcAft>
                <a:spcPts val="0"/>
              </a:spcAft>
            </a:pPr>
            <a:r>
              <a:rPr lang="en-US" sz="1050" dirty="0"/>
              <a:t>PN 1: </a:t>
            </a:r>
            <a:r>
              <a:rPr kumimoji="0" lang="en-US" sz="1050" b="0" i="0" u="none" strike="noStrike" kern="0" cap="none" spc="0" normalizeH="0" baseline="0" noProof="0" dirty="0">
                <a:ln>
                  <a:noFill/>
                </a:ln>
                <a:effectLst/>
                <a:uLnTx/>
                <a:uFillTx/>
              </a:rPr>
              <a:t>3398.000.001</a:t>
            </a:r>
          </a:p>
        </p:txBody>
      </p:sp>
      <p:pic>
        <p:nvPicPr>
          <p:cNvPr id="126" name="Picture 125">
            <a:extLst>
              <a:ext uri="{FF2B5EF4-FFF2-40B4-BE49-F238E27FC236}">
                <a16:creationId xmlns:a16="http://schemas.microsoft.com/office/drawing/2014/main" id="{BA475BE8-4A3E-4122-A72A-362D687D7BDA}"/>
              </a:ext>
            </a:extLst>
          </p:cNvPr>
          <p:cNvPicPr>
            <a:picLocks noChangeAspect="1"/>
          </p:cNvPicPr>
          <p:nvPr/>
        </p:nvPicPr>
        <p:blipFill>
          <a:blip r:embed="rId6"/>
          <a:stretch>
            <a:fillRect/>
          </a:stretch>
        </p:blipFill>
        <p:spPr>
          <a:xfrm>
            <a:off x="5540645" y="2479241"/>
            <a:ext cx="528108" cy="519953"/>
          </a:xfrm>
          <a:prstGeom prst="rect">
            <a:avLst/>
          </a:prstGeom>
        </p:spPr>
      </p:pic>
      <p:cxnSp>
        <p:nvCxnSpPr>
          <p:cNvPr id="127" name="Straight Arrow Connector 126">
            <a:extLst>
              <a:ext uri="{FF2B5EF4-FFF2-40B4-BE49-F238E27FC236}">
                <a16:creationId xmlns:a16="http://schemas.microsoft.com/office/drawing/2014/main" id="{9F0C2C04-216A-4235-97F7-58416862996C}"/>
              </a:ext>
            </a:extLst>
          </p:cNvPr>
          <p:cNvCxnSpPr>
            <a:cxnSpLocks/>
          </p:cNvCxnSpPr>
          <p:nvPr/>
        </p:nvCxnSpPr>
        <p:spPr>
          <a:xfrm>
            <a:off x="2377875" y="2008147"/>
            <a:ext cx="0" cy="692359"/>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5002ED3C-A06C-4DFA-9E8A-55B9A224EF99}"/>
              </a:ext>
            </a:extLst>
          </p:cNvPr>
          <p:cNvCxnSpPr>
            <a:cxnSpLocks/>
          </p:cNvCxnSpPr>
          <p:nvPr/>
        </p:nvCxnSpPr>
        <p:spPr>
          <a:xfrm>
            <a:off x="2377875" y="3275430"/>
            <a:ext cx="0" cy="1158852"/>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pic>
        <p:nvPicPr>
          <p:cNvPr id="24" name="图片 85">
            <a:extLst>
              <a:ext uri="{FF2B5EF4-FFF2-40B4-BE49-F238E27FC236}">
                <a16:creationId xmlns:a16="http://schemas.microsoft.com/office/drawing/2014/main" id="{31F2672A-6583-4C66-9391-25DF9577CD89}"/>
              </a:ext>
            </a:extLst>
          </p:cNvPr>
          <p:cNvPicPr>
            <a:picLocks noChangeAspect="1"/>
          </p:cNvPicPr>
          <p:nvPr/>
        </p:nvPicPr>
        <p:blipFill>
          <a:blip r:embed="rId7"/>
          <a:stretch>
            <a:fillRect/>
          </a:stretch>
        </p:blipFill>
        <p:spPr>
          <a:xfrm flipH="1">
            <a:off x="6154654" y="2428855"/>
            <a:ext cx="612567" cy="560415"/>
          </a:xfrm>
          <a:prstGeom prst="rect">
            <a:avLst/>
          </a:prstGeom>
        </p:spPr>
      </p:pic>
    </p:spTree>
    <p:extLst>
      <p:ext uri="{BB962C8B-B14F-4D97-AF65-F5344CB8AC3E}">
        <p14:creationId xmlns:p14="http://schemas.microsoft.com/office/powerpoint/2010/main" val="770658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Concept: Technical </a:t>
            </a:r>
            <a:r>
              <a:rPr lang="en-US" altLang="zh-CN" dirty="0">
                <a:solidFill>
                  <a:srgbClr val="002060"/>
                </a:solidFill>
              </a:rPr>
              <a:t>requirement</a:t>
            </a:r>
            <a:endParaRPr lang="en-US" dirty="0">
              <a:solidFill>
                <a:srgbClr val="002060"/>
              </a:solidFill>
            </a:endParaRPr>
          </a:p>
        </p:txBody>
      </p:sp>
      <p:sp>
        <p:nvSpPr>
          <p:cNvPr id="3" name="Text Placeholder 2"/>
          <p:cNvSpPr>
            <a:spLocks noGrp="1"/>
          </p:cNvSpPr>
          <p:nvPr>
            <p:ph type="body" sz="quarter" idx="15"/>
          </p:nvPr>
        </p:nvSpPr>
        <p:spPr/>
        <p:txBody>
          <a:bodyPr/>
          <a:lstStyle/>
          <a:p>
            <a:r>
              <a:rPr lang="en-US" altLang="zh-CN" dirty="0"/>
              <a:t>FB Material feeding poka-yoke (Backend Programming)</a:t>
            </a:r>
          </a:p>
        </p:txBody>
      </p:sp>
      <p:sp>
        <p:nvSpPr>
          <p:cNvPr id="4" name="Slide Number Placeholder 3"/>
          <p:cNvSpPr>
            <a:spLocks noGrp="1"/>
          </p:cNvSpPr>
          <p:nvPr>
            <p:ph type="sldNum" sz="quarter" idx="12"/>
          </p:nvPr>
        </p:nvSpPr>
        <p:spPr/>
        <p:txBody>
          <a:bodyPr/>
          <a:lstStyle/>
          <a:p>
            <a:fld id="{4898AEC0-503E-4FA4-859C-D0F72D6E3F79}" type="slidenum">
              <a:rPr lang="de-DE" smtClean="0"/>
              <a:pPr/>
              <a:t>3</a:t>
            </a:fld>
            <a:endParaRPr lang="de-DE"/>
          </a:p>
        </p:txBody>
      </p:sp>
      <p:sp>
        <p:nvSpPr>
          <p:cNvPr id="6" name="TextBox 5"/>
          <p:cNvSpPr txBox="1"/>
          <p:nvPr>
            <p:custDataLst>
              <p:tags r:id="rId1"/>
            </p:custDataLst>
          </p:nvPr>
        </p:nvSpPr>
        <p:spPr>
          <a:xfrm>
            <a:off x="347471" y="1024128"/>
            <a:ext cx="5910715" cy="307777"/>
          </a:xfrm>
          <a:prstGeom prst="rect">
            <a:avLst/>
          </a:prstGeom>
          <a:noFill/>
        </p:spPr>
        <p:txBody>
          <a:bodyPr wrap="square" rtlCol="0">
            <a:spAutoFit/>
          </a:bodyPr>
          <a:lstStyle/>
          <a:p>
            <a:r>
              <a:rPr lang="en-US" sz="1400" kern="0" dirty="0">
                <a:solidFill>
                  <a:srgbClr val="000000"/>
                </a:solidFill>
                <a:sym typeface="Wingdings 3" panose="05040102010807070707" pitchFamily="18" charset="2"/>
              </a:rPr>
              <a:t> </a:t>
            </a:r>
            <a:r>
              <a:rPr lang="en-US" sz="1400" b="1" kern="0" dirty="0">
                <a:solidFill>
                  <a:srgbClr val="000000"/>
                </a:solidFill>
                <a:sym typeface="Wingdings 3" panose="05040102010807070707" pitchFamily="18" charset="2"/>
              </a:rPr>
              <a:t>Concept overview:</a:t>
            </a:r>
            <a:r>
              <a:rPr lang="en-US" altLang="zh-CN" sz="1400" b="1" kern="0" dirty="0">
                <a:solidFill>
                  <a:srgbClr val="000000"/>
                </a:solidFill>
              </a:rPr>
              <a:t> Software Requirements</a:t>
            </a:r>
            <a:endParaRPr lang="en-US" sz="1400" b="1" kern="0" dirty="0">
              <a:solidFill>
                <a:srgbClr val="000000"/>
              </a:solidFill>
            </a:endParaRPr>
          </a:p>
        </p:txBody>
      </p:sp>
      <p:graphicFrame>
        <p:nvGraphicFramePr>
          <p:cNvPr id="11" name="Object 10">
            <a:extLst>
              <a:ext uri="{FF2B5EF4-FFF2-40B4-BE49-F238E27FC236}">
                <a16:creationId xmlns:a16="http://schemas.microsoft.com/office/drawing/2014/main" id="{B775E3C2-27FF-4CD9-B396-1AEE3F5D53FC}"/>
              </a:ext>
            </a:extLst>
          </p:cNvPr>
          <p:cNvGraphicFramePr>
            <a:graphicFrameLocks noChangeAspect="1"/>
          </p:cNvGraphicFramePr>
          <p:nvPr>
            <p:extLst>
              <p:ext uri="{D42A27DB-BD31-4B8C-83A1-F6EECF244321}">
                <p14:modId xmlns:p14="http://schemas.microsoft.com/office/powerpoint/2010/main" val="3543340912"/>
              </p:ext>
            </p:extLst>
          </p:nvPr>
        </p:nvGraphicFramePr>
        <p:xfrm>
          <a:off x="411163" y="1425575"/>
          <a:ext cx="9074150" cy="4079875"/>
        </p:xfrm>
        <a:graphic>
          <a:graphicData uri="http://schemas.openxmlformats.org/presentationml/2006/ole">
            <mc:AlternateContent xmlns:mc="http://schemas.openxmlformats.org/markup-compatibility/2006">
              <mc:Choice xmlns:v="urn:schemas-microsoft-com:vml" Requires="v">
                <p:oleObj name="Worksheet" r:id="rId3" imgW="7033225" imgH="3162457" progId="Excel.Sheet.12">
                  <p:embed/>
                </p:oleObj>
              </mc:Choice>
              <mc:Fallback>
                <p:oleObj name="Worksheet" r:id="rId3" imgW="7033225" imgH="3162457" progId="Excel.Sheet.12">
                  <p:embed/>
                  <p:pic>
                    <p:nvPicPr>
                      <p:cNvPr id="11" name="Object 10">
                        <a:extLst>
                          <a:ext uri="{FF2B5EF4-FFF2-40B4-BE49-F238E27FC236}">
                            <a16:creationId xmlns:a16="http://schemas.microsoft.com/office/drawing/2014/main" id="{B775E3C2-27FF-4CD9-B396-1AEE3F5D53FC}"/>
                          </a:ext>
                        </a:extLst>
                      </p:cNvPr>
                      <p:cNvPicPr/>
                      <p:nvPr/>
                    </p:nvPicPr>
                    <p:blipFill>
                      <a:blip r:embed="rId4"/>
                      <a:stretch>
                        <a:fillRect/>
                      </a:stretch>
                    </p:blipFill>
                    <p:spPr>
                      <a:xfrm>
                        <a:off x="411163" y="1425575"/>
                        <a:ext cx="9074150" cy="4079875"/>
                      </a:xfrm>
                      <a:prstGeom prst="rect">
                        <a:avLst/>
                      </a:prstGeom>
                    </p:spPr>
                  </p:pic>
                </p:oleObj>
              </mc:Fallback>
            </mc:AlternateContent>
          </a:graphicData>
        </a:graphic>
      </p:graphicFrame>
    </p:spTree>
    <p:extLst>
      <p:ext uri="{BB962C8B-B14F-4D97-AF65-F5344CB8AC3E}">
        <p14:creationId xmlns:p14="http://schemas.microsoft.com/office/powerpoint/2010/main" val="3567430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00" y="564180"/>
            <a:ext cx="10450800" cy="388800"/>
          </a:xfrm>
        </p:spPr>
        <p:txBody>
          <a:bodyPr/>
          <a:lstStyle/>
          <a:p>
            <a:r>
              <a:rPr lang="en-US" dirty="0">
                <a:solidFill>
                  <a:srgbClr val="002060"/>
                </a:solidFill>
              </a:rPr>
              <a:t>Concept : Software Flow</a:t>
            </a:r>
          </a:p>
        </p:txBody>
      </p:sp>
      <p:sp>
        <p:nvSpPr>
          <p:cNvPr id="3" name="Text Placeholder 2"/>
          <p:cNvSpPr>
            <a:spLocks noGrp="1"/>
          </p:cNvSpPr>
          <p:nvPr>
            <p:ph type="body" sz="quarter" idx="15"/>
          </p:nvPr>
        </p:nvSpPr>
        <p:spPr>
          <a:xfrm>
            <a:off x="259200" y="182256"/>
            <a:ext cx="10450800" cy="388800"/>
          </a:xfrm>
        </p:spPr>
        <p:txBody>
          <a:bodyPr/>
          <a:lstStyle/>
          <a:p>
            <a:r>
              <a:rPr lang="en-US" altLang="zh-CN" dirty="0"/>
              <a:t>FB Material feeding poka-yoke (Backend Programming)</a:t>
            </a:r>
          </a:p>
        </p:txBody>
      </p:sp>
      <p:sp>
        <p:nvSpPr>
          <p:cNvPr id="4" name="Slide Number Placeholder 3"/>
          <p:cNvSpPr>
            <a:spLocks noGrp="1"/>
          </p:cNvSpPr>
          <p:nvPr>
            <p:ph type="sldNum" sz="quarter" idx="12"/>
          </p:nvPr>
        </p:nvSpPr>
        <p:spPr/>
        <p:txBody>
          <a:bodyPr/>
          <a:lstStyle/>
          <a:p>
            <a:fld id="{4898AEC0-503E-4FA4-859C-D0F72D6E3F79}" type="slidenum">
              <a:rPr lang="de-DE" smtClean="0"/>
              <a:pPr/>
              <a:t>4</a:t>
            </a:fld>
            <a:endParaRPr lang="de-DE"/>
          </a:p>
        </p:txBody>
      </p:sp>
      <p:sp>
        <p:nvSpPr>
          <p:cNvPr id="6" name="TextBox 5"/>
          <p:cNvSpPr txBox="1"/>
          <p:nvPr>
            <p:custDataLst>
              <p:tags r:id="rId1"/>
            </p:custDataLst>
          </p:nvPr>
        </p:nvSpPr>
        <p:spPr>
          <a:xfrm>
            <a:off x="186015" y="965326"/>
            <a:ext cx="5910715" cy="307777"/>
          </a:xfrm>
          <a:prstGeom prst="rect">
            <a:avLst/>
          </a:prstGeom>
          <a:noFill/>
        </p:spPr>
        <p:txBody>
          <a:bodyPr wrap="square" rtlCol="0">
            <a:spAutoFit/>
          </a:bodyPr>
          <a:lstStyle/>
          <a:p>
            <a:r>
              <a:rPr lang="en-US" sz="1400" kern="0" dirty="0">
                <a:solidFill>
                  <a:srgbClr val="000000"/>
                </a:solidFill>
                <a:sym typeface="Wingdings 3" panose="05040102010807070707" pitchFamily="18" charset="2"/>
              </a:rPr>
              <a:t> </a:t>
            </a:r>
            <a:r>
              <a:rPr lang="en-US" altLang="zh-CN" sz="1400" b="1" kern="0" dirty="0">
                <a:solidFill>
                  <a:srgbClr val="000000"/>
                </a:solidFill>
                <a:sym typeface="Wingdings 3" panose="05040102010807070707" pitchFamily="18" charset="2"/>
              </a:rPr>
              <a:t>Concept overview: </a:t>
            </a:r>
            <a:r>
              <a:rPr lang="en-US" sz="1400" b="1" kern="0" dirty="0">
                <a:solidFill>
                  <a:srgbClr val="000000"/>
                </a:solidFill>
                <a:sym typeface="Wingdings 3" panose="05040102010807070707" pitchFamily="18" charset="2"/>
              </a:rPr>
              <a:t>Process flow</a:t>
            </a:r>
            <a:endParaRPr lang="en-US" sz="1400" kern="0" dirty="0">
              <a:latin typeface="Bosch Office Sans"/>
            </a:endParaRPr>
          </a:p>
        </p:txBody>
      </p:sp>
      <p:pic>
        <p:nvPicPr>
          <p:cNvPr id="8" name="Picture 7">
            <a:extLst>
              <a:ext uri="{FF2B5EF4-FFF2-40B4-BE49-F238E27FC236}">
                <a16:creationId xmlns:a16="http://schemas.microsoft.com/office/drawing/2014/main" id="{D1DCBE26-ED99-18E3-D282-25F763C68501}"/>
              </a:ext>
            </a:extLst>
          </p:cNvPr>
          <p:cNvPicPr>
            <a:picLocks noChangeAspect="1"/>
          </p:cNvPicPr>
          <p:nvPr/>
        </p:nvPicPr>
        <p:blipFill>
          <a:blip r:embed="rId3"/>
          <a:stretch>
            <a:fillRect/>
          </a:stretch>
        </p:blipFill>
        <p:spPr>
          <a:xfrm>
            <a:off x="1983159" y="1256374"/>
            <a:ext cx="6398342" cy="4227182"/>
          </a:xfrm>
          <a:prstGeom prst="rect">
            <a:avLst/>
          </a:prstGeom>
        </p:spPr>
      </p:pic>
    </p:spTree>
    <p:extLst>
      <p:ext uri="{BB962C8B-B14F-4D97-AF65-F5344CB8AC3E}">
        <p14:creationId xmlns:p14="http://schemas.microsoft.com/office/powerpoint/2010/main" val="4219019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00" y="648000"/>
            <a:ext cx="5388648" cy="388800"/>
          </a:xfrm>
        </p:spPr>
        <p:txBody>
          <a:bodyPr/>
          <a:lstStyle/>
          <a:p>
            <a:r>
              <a:rPr lang="en-US" dirty="0">
                <a:solidFill>
                  <a:srgbClr val="002060"/>
                </a:solidFill>
              </a:rPr>
              <a:t>Concept: Architecture Layer</a:t>
            </a:r>
          </a:p>
        </p:txBody>
      </p:sp>
      <p:sp>
        <p:nvSpPr>
          <p:cNvPr id="3" name="Text Placeholder 2"/>
          <p:cNvSpPr>
            <a:spLocks noGrp="1"/>
          </p:cNvSpPr>
          <p:nvPr>
            <p:ph type="body" sz="quarter" idx="15"/>
          </p:nvPr>
        </p:nvSpPr>
        <p:spPr/>
        <p:txBody>
          <a:bodyPr/>
          <a:lstStyle/>
          <a:p>
            <a:r>
              <a:rPr lang="en-US" altLang="zh-CN" dirty="0"/>
              <a:t>FB Material feeding poka-yoke (Backend Programming)</a:t>
            </a:r>
          </a:p>
        </p:txBody>
      </p:sp>
      <p:sp>
        <p:nvSpPr>
          <p:cNvPr id="4" name="Slide Number Placeholder 3"/>
          <p:cNvSpPr>
            <a:spLocks noGrp="1"/>
          </p:cNvSpPr>
          <p:nvPr>
            <p:ph type="sldNum" sz="quarter" idx="12"/>
          </p:nvPr>
        </p:nvSpPr>
        <p:spPr/>
        <p:txBody>
          <a:bodyPr/>
          <a:lstStyle/>
          <a:p>
            <a:fld id="{4898AEC0-503E-4FA4-859C-D0F72D6E3F79}" type="slidenum">
              <a:rPr lang="de-DE" smtClean="0"/>
              <a:pPr/>
              <a:t>5</a:t>
            </a:fld>
            <a:endParaRPr lang="de-DE"/>
          </a:p>
        </p:txBody>
      </p:sp>
      <p:sp>
        <p:nvSpPr>
          <p:cNvPr id="6" name="TextBox 5"/>
          <p:cNvSpPr txBox="1"/>
          <p:nvPr>
            <p:custDataLst>
              <p:tags r:id="rId1"/>
            </p:custDataLst>
          </p:nvPr>
        </p:nvSpPr>
        <p:spPr>
          <a:xfrm>
            <a:off x="347472" y="1024128"/>
            <a:ext cx="4330748" cy="307777"/>
          </a:xfrm>
          <a:prstGeom prst="rect">
            <a:avLst/>
          </a:prstGeom>
          <a:noFill/>
        </p:spPr>
        <p:txBody>
          <a:bodyPr wrap="square" rtlCol="0">
            <a:spAutoFit/>
          </a:bodyPr>
          <a:lstStyle/>
          <a:p>
            <a:r>
              <a:rPr lang="en-US" sz="1400" kern="0" dirty="0">
                <a:solidFill>
                  <a:srgbClr val="000000"/>
                </a:solidFill>
                <a:sym typeface="Wingdings 3" panose="05040102010807070707" pitchFamily="18" charset="2"/>
              </a:rPr>
              <a:t> </a:t>
            </a:r>
            <a:r>
              <a:rPr lang="en-US" sz="1400" b="1" kern="0" dirty="0">
                <a:solidFill>
                  <a:srgbClr val="000000"/>
                </a:solidFill>
                <a:sym typeface="Wingdings 3" panose="05040102010807070707" pitchFamily="18" charset="2"/>
              </a:rPr>
              <a:t>Concept Overview : </a:t>
            </a:r>
            <a:r>
              <a:rPr lang="en-US" sz="1400" b="1" kern="0" dirty="0">
                <a:solidFill>
                  <a:srgbClr val="00B0F0"/>
                </a:solidFill>
                <a:sym typeface="Wingdings 3" panose="05040102010807070707" pitchFamily="18" charset="2"/>
              </a:rPr>
              <a:t>Software/Hardware</a:t>
            </a:r>
            <a:endParaRPr lang="en-US" sz="1400" kern="0" dirty="0">
              <a:latin typeface="Bosch Office Sans"/>
            </a:endParaRPr>
          </a:p>
        </p:txBody>
      </p:sp>
      <p:pic>
        <p:nvPicPr>
          <p:cNvPr id="45" name="Picture 31" descr="服务器类">
            <a:extLst>
              <a:ext uri="{FF2B5EF4-FFF2-40B4-BE49-F238E27FC236}">
                <a16:creationId xmlns:a16="http://schemas.microsoft.com/office/drawing/2014/main" id="{B0F79A7F-0EBB-434A-9148-ECC64FCDC63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17079" y="1168262"/>
            <a:ext cx="422211" cy="606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文本框 54">
            <a:extLst>
              <a:ext uri="{FF2B5EF4-FFF2-40B4-BE49-F238E27FC236}">
                <a16:creationId xmlns:a16="http://schemas.microsoft.com/office/drawing/2014/main" id="{332F33C6-2CBB-46A4-B578-FCC908A2B47C}"/>
              </a:ext>
            </a:extLst>
          </p:cNvPr>
          <p:cNvSpPr txBox="1"/>
          <p:nvPr/>
        </p:nvSpPr>
        <p:spPr>
          <a:xfrm>
            <a:off x="5591783" y="1229975"/>
            <a:ext cx="723275" cy="276999"/>
          </a:xfrm>
          <a:prstGeom prst="rect">
            <a:avLst/>
          </a:prstGeom>
          <a:noFill/>
        </p:spPr>
        <p:txBody>
          <a:bodyPr wrap="square" rtlCol="0">
            <a:spAutoFit/>
          </a:bodyPr>
          <a:lstStyle>
            <a:defPPr>
              <a:defRPr lang="zh-CN"/>
            </a:defPPr>
            <a:lvl1pPr>
              <a:defRPr sz="1400"/>
            </a:lvl1pPr>
          </a:lstStyle>
          <a:p>
            <a:r>
              <a:rPr lang="en-US" altLang="zh-CN" sz="1200" b="1" dirty="0"/>
              <a:t>Server</a:t>
            </a:r>
            <a:endParaRPr lang="zh-CN" altLang="en-US" sz="1200" b="1" dirty="0"/>
          </a:p>
        </p:txBody>
      </p:sp>
      <p:pic>
        <p:nvPicPr>
          <p:cNvPr id="47" name="Picture 35" descr="Terminal">
            <a:extLst>
              <a:ext uri="{FF2B5EF4-FFF2-40B4-BE49-F238E27FC236}">
                <a16:creationId xmlns:a16="http://schemas.microsoft.com/office/drawing/2014/main" id="{19B4B056-059D-4F7B-B7C2-56241586BB9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93492" y="2694103"/>
            <a:ext cx="709252" cy="751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文本框 60">
            <a:extLst>
              <a:ext uri="{FF2B5EF4-FFF2-40B4-BE49-F238E27FC236}">
                <a16:creationId xmlns:a16="http://schemas.microsoft.com/office/drawing/2014/main" id="{4E002AA5-BBB3-49E4-99AB-565431919282}"/>
              </a:ext>
            </a:extLst>
          </p:cNvPr>
          <p:cNvSpPr txBox="1"/>
          <p:nvPr/>
        </p:nvSpPr>
        <p:spPr>
          <a:xfrm>
            <a:off x="2034796" y="2915097"/>
            <a:ext cx="723275" cy="276999"/>
          </a:xfrm>
          <a:prstGeom prst="rect">
            <a:avLst/>
          </a:prstGeom>
          <a:noFill/>
        </p:spPr>
        <p:txBody>
          <a:bodyPr wrap="square" rtlCol="0">
            <a:spAutoFit/>
          </a:bodyPr>
          <a:lstStyle>
            <a:defPPr>
              <a:defRPr lang="zh-CN"/>
            </a:defPPr>
            <a:lvl1pPr>
              <a:defRPr sz="1400"/>
            </a:lvl1pPr>
          </a:lstStyle>
          <a:p>
            <a:r>
              <a:rPr lang="en-US" altLang="zh-CN" sz="1200" b="1" dirty="0"/>
              <a:t>PC</a:t>
            </a:r>
            <a:endParaRPr lang="zh-CN" altLang="en-US" sz="1200" b="1" dirty="0"/>
          </a:p>
        </p:txBody>
      </p:sp>
      <p:pic>
        <p:nvPicPr>
          <p:cNvPr id="49" name="Picture 3" descr="核心交换机">
            <a:extLst>
              <a:ext uri="{FF2B5EF4-FFF2-40B4-BE49-F238E27FC236}">
                <a16:creationId xmlns:a16="http://schemas.microsoft.com/office/drawing/2014/main" id="{2231A81D-63AA-4AD0-A208-DE5D4B4A08C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68508" y="1883654"/>
            <a:ext cx="723275" cy="524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文本框 62">
            <a:extLst>
              <a:ext uri="{FF2B5EF4-FFF2-40B4-BE49-F238E27FC236}">
                <a16:creationId xmlns:a16="http://schemas.microsoft.com/office/drawing/2014/main" id="{04C33AD2-21E7-452F-857A-10C91192C4F9}"/>
              </a:ext>
            </a:extLst>
          </p:cNvPr>
          <p:cNvSpPr txBox="1"/>
          <p:nvPr/>
        </p:nvSpPr>
        <p:spPr>
          <a:xfrm>
            <a:off x="5625388" y="1954948"/>
            <a:ext cx="1296753" cy="276999"/>
          </a:xfrm>
          <a:prstGeom prst="rect">
            <a:avLst/>
          </a:prstGeom>
          <a:noFill/>
        </p:spPr>
        <p:txBody>
          <a:bodyPr wrap="square" rtlCol="0">
            <a:spAutoFit/>
          </a:bodyPr>
          <a:lstStyle>
            <a:defPPr>
              <a:defRPr lang="zh-CN"/>
            </a:defPPr>
            <a:lvl1pPr>
              <a:defRPr sz="1400"/>
            </a:lvl1pPr>
          </a:lstStyle>
          <a:p>
            <a:r>
              <a:rPr lang="en-US" altLang="zh-CN" sz="1200" b="1" dirty="0"/>
              <a:t>Core switch</a:t>
            </a:r>
            <a:endParaRPr lang="zh-CN" altLang="en-US" sz="1200" b="1" dirty="0"/>
          </a:p>
        </p:txBody>
      </p:sp>
      <p:pic>
        <p:nvPicPr>
          <p:cNvPr id="51" name="Picture 30" descr="Switch4900边缘交换机">
            <a:extLst>
              <a:ext uri="{FF2B5EF4-FFF2-40B4-BE49-F238E27FC236}">
                <a16:creationId xmlns:a16="http://schemas.microsoft.com/office/drawing/2014/main" id="{4C84AF4D-4AB8-4D48-9E3E-73815179A67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526731" y="3538177"/>
            <a:ext cx="615595" cy="398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文本框 73">
            <a:extLst>
              <a:ext uri="{FF2B5EF4-FFF2-40B4-BE49-F238E27FC236}">
                <a16:creationId xmlns:a16="http://schemas.microsoft.com/office/drawing/2014/main" id="{71ADAF9F-2141-4D23-8A20-5A5318FE7C7B}"/>
              </a:ext>
            </a:extLst>
          </p:cNvPr>
          <p:cNvSpPr txBox="1"/>
          <p:nvPr/>
        </p:nvSpPr>
        <p:spPr>
          <a:xfrm>
            <a:off x="1435452" y="3904081"/>
            <a:ext cx="1165325" cy="430887"/>
          </a:xfrm>
          <a:prstGeom prst="rect">
            <a:avLst/>
          </a:prstGeom>
          <a:noFill/>
        </p:spPr>
        <p:txBody>
          <a:bodyPr wrap="square" rtlCol="0">
            <a:spAutoFit/>
          </a:bodyPr>
          <a:lstStyle>
            <a:defPPr>
              <a:defRPr lang="zh-CN"/>
            </a:defPPr>
            <a:lvl1pPr>
              <a:defRPr sz="1400"/>
            </a:lvl1pPr>
          </a:lstStyle>
          <a:p>
            <a:r>
              <a:rPr lang="en-US" altLang="zh-CN" sz="1050" b="1" dirty="0"/>
              <a:t>Multi-serial-port Card</a:t>
            </a:r>
            <a:endParaRPr lang="zh-CN" altLang="en-US" sz="1050" b="1" dirty="0"/>
          </a:p>
        </p:txBody>
      </p:sp>
      <p:cxnSp>
        <p:nvCxnSpPr>
          <p:cNvPr id="53" name="连接符: 肘形 2">
            <a:extLst>
              <a:ext uri="{FF2B5EF4-FFF2-40B4-BE49-F238E27FC236}">
                <a16:creationId xmlns:a16="http://schemas.microsoft.com/office/drawing/2014/main" id="{61447294-0CBB-4564-9FF9-2EF8469756F1}"/>
              </a:ext>
            </a:extLst>
          </p:cNvPr>
          <p:cNvCxnSpPr>
            <a:stCxn id="47" idx="2"/>
            <a:endCxn id="51" idx="0"/>
          </p:cNvCxnSpPr>
          <p:nvPr/>
        </p:nvCxnSpPr>
        <p:spPr>
          <a:xfrm rot="5400000">
            <a:off x="1795094" y="3485153"/>
            <a:ext cx="92460" cy="1358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54" name="连接符: 肘形 6">
            <a:extLst>
              <a:ext uri="{FF2B5EF4-FFF2-40B4-BE49-F238E27FC236}">
                <a16:creationId xmlns:a16="http://schemas.microsoft.com/office/drawing/2014/main" id="{15A69DE5-6B17-4787-9DAE-B8F2AC442191}"/>
              </a:ext>
            </a:extLst>
          </p:cNvPr>
          <p:cNvCxnSpPr>
            <a:cxnSpLocks/>
          </p:cNvCxnSpPr>
          <p:nvPr/>
        </p:nvCxnSpPr>
        <p:spPr>
          <a:xfrm rot="5400000" flipH="1" flipV="1">
            <a:off x="3682807" y="1240199"/>
            <a:ext cx="301372" cy="2793305"/>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55" name="Picture 2">
            <a:extLst>
              <a:ext uri="{FF2B5EF4-FFF2-40B4-BE49-F238E27FC236}">
                <a16:creationId xmlns:a16="http://schemas.microsoft.com/office/drawing/2014/main" id="{1B4E2AEB-161D-44B0-8EF5-A27BB9C6B69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12135" t="16148" r="7895" b="14996"/>
          <a:stretch>
            <a:fillRect/>
          </a:stretch>
        </p:blipFill>
        <p:spPr bwMode="auto">
          <a:xfrm rot="1472614">
            <a:off x="2753418" y="3647454"/>
            <a:ext cx="526813" cy="453601"/>
          </a:xfrm>
          <a:prstGeom prst="rect">
            <a:avLst/>
          </a:prstGeom>
          <a:noFill/>
          <a:extLst>
            <a:ext uri="{909E8E84-426E-40DD-AFC4-6F175D3DCCD1}">
              <a14:hiddenFill xmlns:a14="http://schemas.microsoft.com/office/drawing/2010/main">
                <a:solidFill>
                  <a:srgbClr val="FFFFFF"/>
                </a:solidFill>
              </a14:hiddenFill>
            </a:ext>
          </a:extLst>
        </p:spPr>
      </p:pic>
      <p:sp>
        <p:nvSpPr>
          <p:cNvPr id="56" name="文本框 82">
            <a:extLst>
              <a:ext uri="{FF2B5EF4-FFF2-40B4-BE49-F238E27FC236}">
                <a16:creationId xmlns:a16="http://schemas.microsoft.com/office/drawing/2014/main" id="{3DE376D2-571F-4C68-829F-26D3820CF960}"/>
              </a:ext>
            </a:extLst>
          </p:cNvPr>
          <p:cNvSpPr txBox="1"/>
          <p:nvPr/>
        </p:nvSpPr>
        <p:spPr>
          <a:xfrm>
            <a:off x="2545222" y="4035935"/>
            <a:ext cx="1355337" cy="261610"/>
          </a:xfrm>
          <a:prstGeom prst="rect">
            <a:avLst/>
          </a:prstGeom>
          <a:noFill/>
        </p:spPr>
        <p:txBody>
          <a:bodyPr wrap="square" rtlCol="0">
            <a:spAutoFit/>
          </a:bodyPr>
          <a:lstStyle>
            <a:defPPr>
              <a:defRPr lang="zh-CN"/>
            </a:defPPr>
            <a:lvl1pPr>
              <a:defRPr sz="1400"/>
            </a:lvl1pPr>
          </a:lstStyle>
          <a:p>
            <a:r>
              <a:rPr lang="en-US" altLang="zh-CN" sz="1050" b="1" dirty="0"/>
              <a:t>IO controller</a:t>
            </a:r>
            <a:endParaRPr lang="zh-CN" altLang="en-US" sz="1050" b="1" dirty="0"/>
          </a:p>
        </p:txBody>
      </p:sp>
      <p:cxnSp>
        <p:nvCxnSpPr>
          <p:cNvPr id="57" name="连接符: 肘形 11">
            <a:extLst>
              <a:ext uri="{FF2B5EF4-FFF2-40B4-BE49-F238E27FC236}">
                <a16:creationId xmlns:a16="http://schemas.microsoft.com/office/drawing/2014/main" id="{02910940-226F-4D81-B460-1E519516E887}"/>
              </a:ext>
            </a:extLst>
          </p:cNvPr>
          <p:cNvCxnSpPr>
            <a:stCxn id="86" idx="2"/>
            <a:endCxn id="55" idx="0"/>
          </p:cNvCxnSpPr>
          <p:nvPr/>
        </p:nvCxnSpPr>
        <p:spPr>
          <a:xfrm rot="5400000">
            <a:off x="4007175" y="2446936"/>
            <a:ext cx="324871" cy="211715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nvGrpSpPr>
          <p:cNvPr id="59" name="组合 74">
            <a:extLst>
              <a:ext uri="{FF2B5EF4-FFF2-40B4-BE49-F238E27FC236}">
                <a16:creationId xmlns:a16="http://schemas.microsoft.com/office/drawing/2014/main" id="{B4FDE924-8EE6-450B-B049-087EACBB48AF}"/>
              </a:ext>
            </a:extLst>
          </p:cNvPr>
          <p:cNvGrpSpPr/>
          <p:nvPr/>
        </p:nvGrpSpPr>
        <p:grpSpPr>
          <a:xfrm>
            <a:off x="2414181" y="4661339"/>
            <a:ext cx="188796" cy="470517"/>
            <a:chOff x="6904186" y="932155"/>
            <a:chExt cx="348870" cy="862615"/>
          </a:xfrm>
        </p:grpSpPr>
        <p:sp>
          <p:nvSpPr>
            <p:cNvPr id="67" name="圆柱体 75">
              <a:extLst>
                <a:ext uri="{FF2B5EF4-FFF2-40B4-BE49-F238E27FC236}">
                  <a16:creationId xmlns:a16="http://schemas.microsoft.com/office/drawing/2014/main" id="{A40DF630-A9C0-4B60-9DD7-CC45D3A61894}"/>
                </a:ext>
              </a:extLst>
            </p:cNvPr>
            <p:cNvSpPr/>
            <p:nvPr/>
          </p:nvSpPr>
          <p:spPr>
            <a:xfrm>
              <a:off x="6904186" y="1185909"/>
              <a:ext cx="348869" cy="355107"/>
            </a:xfrm>
            <a:prstGeom prst="can">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圆柱体 76">
              <a:extLst>
                <a:ext uri="{FF2B5EF4-FFF2-40B4-BE49-F238E27FC236}">
                  <a16:creationId xmlns:a16="http://schemas.microsoft.com/office/drawing/2014/main" id="{48EDD5CC-3002-417C-A327-5E18CDC03BA0}"/>
                </a:ext>
              </a:extLst>
            </p:cNvPr>
            <p:cNvSpPr/>
            <p:nvPr/>
          </p:nvSpPr>
          <p:spPr>
            <a:xfrm>
              <a:off x="6904187" y="932155"/>
              <a:ext cx="348869" cy="355107"/>
            </a:xfrm>
            <a:prstGeom prst="ca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圆柱体 77">
              <a:extLst>
                <a:ext uri="{FF2B5EF4-FFF2-40B4-BE49-F238E27FC236}">
                  <a16:creationId xmlns:a16="http://schemas.microsoft.com/office/drawing/2014/main" id="{C399DCA6-FCFE-4D7A-80D4-972CB1BB59D8}"/>
                </a:ext>
              </a:extLst>
            </p:cNvPr>
            <p:cNvSpPr/>
            <p:nvPr/>
          </p:nvSpPr>
          <p:spPr>
            <a:xfrm>
              <a:off x="7057748" y="1549894"/>
              <a:ext cx="66591" cy="24487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60" name="Picture 4">
            <a:extLst>
              <a:ext uri="{FF2B5EF4-FFF2-40B4-BE49-F238E27FC236}">
                <a16:creationId xmlns:a16="http://schemas.microsoft.com/office/drawing/2014/main" id="{B76D9DF6-D20F-4333-A156-B7D4977863D2}"/>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9118" t="21142" r="7886" b="11605"/>
          <a:stretch>
            <a:fillRect/>
          </a:stretch>
        </p:blipFill>
        <p:spPr bwMode="auto">
          <a:xfrm>
            <a:off x="2924224" y="4617770"/>
            <a:ext cx="605582" cy="548287"/>
          </a:xfrm>
          <a:prstGeom prst="rect">
            <a:avLst/>
          </a:prstGeom>
          <a:noFill/>
          <a:extLst>
            <a:ext uri="{909E8E84-426E-40DD-AFC4-6F175D3DCCD1}">
              <a14:hiddenFill xmlns:a14="http://schemas.microsoft.com/office/drawing/2010/main">
                <a:solidFill>
                  <a:srgbClr val="FFFFFF"/>
                </a:solidFill>
              </a14:hiddenFill>
            </a:ext>
          </a:extLst>
        </p:spPr>
      </p:pic>
      <p:sp>
        <p:nvSpPr>
          <p:cNvPr id="61" name="文本框 83">
            <a:extLst>
              <a:ext uri="{FF2B5EF4-FFF2-40B4-BE49-F238E27FC236}">
                <a16:creationId xmlns:a16="http://schemas.microsoft.com/office/drawing/2014/main" id="{3CC010D6-FF86-4E4C-B13D-6592A4602DB3}"/>
              </a:ext>
            </a:extLst>
          </p:cNvPr>
          <p:cNvSpPr txBox="1"/>
          <p:nvPr/>
        </p:nvSpPr>
        <p:spPr>
          <a:xfrm>
            <a:off x="2220108" y="5221077"/>
            <a:ext cx="626425" cy="261610"/>
          </a:xfrm>
          <a:prstGeom prst="rect">
            <a:avLst/>
          </a:prstGeom>
          <a:noFill/>
        </p:spPr>
        <p:txBody>
          <a:bodyPr wrap="square" rtlCol="0">
            <a:spAutoFit/>
          </a:bodyPr>
          <a:lstStyle>
            <a:defPPr>
              <a:defRPr lang="zh-CN"/>
            </a:defPPr>
            <a:lvl1pPr>
              <a:defRPr sz="1400"/>
            </a:lvl1pPr>
          </a:lstStyle>
          <a:p>
            <a:r>
              <a:rPr lang="en-US" altLang="zh-CN" sz="1050" b="1" dirty="0"/>
              <a:t>Light</a:t>
            </a:r>
            <a:endParaRPr lang="zh-CN" altLang="en-US" sz="1050" b="1" dirty="0"/>
          </a:p>
        </p:txBody>
      </p:sp>
      <p:sp>
        <p:nvSpPr>
          <p:cNvPr id="62" name="文本框 84">
            <a:extLst>
              <a:ext uri="{FF2B5EF4-FFF2-40B4-BE49-F238E27FC236}">
                <a16:creationId xmlns:a16="http://schemas.microsoft.com/office/drawing/2014/main" id="{B471D917-D445-4D65-9BA1-56DECF228385}"/>
              </a:ext>
            </a:extLst>
          </p:cNvPr>
          <p:cNvSpPr txBox="1"/>
          <p:nvPr/>
        </p:nvSpPr>
        <p:spPr>
          <a:xfrm>
            <a:off x="2988202" y="5220395"/>
            <a:ext cx="714202" cy="261610"/>
          </a:xfrm>
          <a:prstGeom prst="rect">
            <a:avLst/>
          </a:prstGeom>
          <a:noFill/>
        </p:spPr>
        <p:txBody>
          <a:bodyPr wrap="square" rtlCol="0">
            <a:spAutoFit/>
          </a:bodyPr>
          <a:lstStyle>
            <a:defPPr>
              <a:defRPr lang="zh-CN"/>
            </a:defPPr>
            <a:lvl1pPr>
              <a:defRPr sz="1400"/>
            </a:lvl1pPr>
          </a:lstStyle>
          <a:p>
            <a:r>
              <a:rPr lang="en-US" altLang="zh-CN" sz="1050" b="1" dirty="0"/>
              <a:t>Sensor</a:t>
            </a:r>
            <a:endParaRPr lang="zh-CN" altLang="en-US" sz="1050" b="1" dirty="0"/>
          </a:p>
        </p:txBody>
      </p:sp>
      <p:pic>
        <p:nvPicPr>
          <p:cNvPr id="63" name="图片 85">
            <a:extLst>
              <a:ext uri="{FF2B5EF4-FFF2-40B4-BE49-F238E27FC236}">
                <a16:creationId xmlns:a16="http://schemas.microsoft.com/office/drawing/2014/main" id="{5A02505C-C2AA-4283-A786-4ECE9BFD66B8}"/>
              </a:ext>
            </a:extLst>
          </p:cNvPr>
          <p:cNvPicPr>
            <a:picLocks noChangeAspect="1"/>
          </p:cNvPicPr>
          <p:nvPr/>
        </p:nvPicPr>
        <p:blipFill>
          <a:blip r:embed="rId10"/>
          <a:stretch>
            <a:fillRect/>
          </a:stretch>
        </p:blipFill>
        <p:spPr>
          <a:xfrm>
            <a:off x="1560830" y="4722183"/>
            <a:ext cx="451683" cy="443875"/>
          </a:xfrm>
          <a:prstGeom prst="rect">
            <a:avLst/>
          </a:prstGeom>
        </p:spPr>
      </p:pic>
      <p:sp>
        <p:nvSpPr>
          <p:cNvPr id="64" name="文本框 86">
            <a:extLst>
              <a:ext uri="{FF2B5EF4-FFF2-40B4-BE49-F238E27FC236}">
                <a16:creationId xmlns:a16="http://schemas.microsoft.com/office/drawing/2014/main" id="{704E9417-E607-415B-9206-082199F794EF}"/>
              </a:ext>
            </a:extLst>
          </p:cNvPr>
          <p:cNvSpPr txBox="1"/>
          <p:nvPr/>
        </p:nvSpPr>
        <p:spPr>
          <a:xfrm>
            <a:off x="1364237" y="5220394"/>
            <a:ext cx="870957" cy="261610"/>
          </a:xfrm>
          <a:prstGeom prst="rect">
            <a:avLst/>
          </a:prstGeom>
          <a:noFill/>
        </p:spPr>
        <p:txBody>
          <a:bodyPr wrap="square" rtlCol="0">
            <a:spAutoFit/>
          </a:bodyPr>
          <a:lstStyle>
            <a:defPPr>
              <a:defRPr lang="zh-CN"/>
            </a:defPPr>
            <a:lvl1pPr>
              <a:defRPr sz="1400"/>
            </a:lvl1pPr>
          </a:lstStyle>
          <a:p>
            <a:r>
              <a:rPr lang="en-US" altLang="zh-CN" sz="1050" b="1" dirty="0"/>
              <a:t>Scanner</a:t>
            </a:r>
            <a:endParaRPr lang="zh-CN" altLang="en-US" sz="1050" b="1" dirty="0"/>
          </a:p>
        </p:txBody>
      </p:sp>
      <p:sp>
        <p:nvSpPr>
          <p:cNvPr id="65" name="矩形 16">
            <a:extLst>
              <a:ext uri="{FF2B5EF4-FFF2-40B4-BE49-F238E27FC236}">
                <a16:creationId xmlns:a16="http://schemas.microsoft.com/office/drawing/2014/main" id="{8CBD9F6A-E5A5-4A76-A1D0-DD5E6B5FC65C}"/>
              </a:ext>
            </a:extLst>
          </p:cNvPr>
          <p:cNvSpPr/>
          <p:nvPr/>
        </p:nvSpPr>
        <p:spPr>
          <a:xfrm>
            <a:off x="1320670" y="4537262"/>
            <a:ext cx="3357549" cy="1037460"/>
          </a:xfrm>
          <a:prstGeom prst="rect">
            <a:avLst/>
          </a:prstGeom>
          <a:noFill/>
          <a:ln w="28575">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90">
            <a:extLst>
              <a:ext uri="{FF2B5EF4-FFF2-40B4-BE49-F238E27FC236}">
                <a16:creationId xmlns:a16="http://schemas.microsoft.com/office/drawing/2014/main" id="{BCC801A6-D3D2-495B-91AE-D8A7422C690D}"/>
              </a:ext>
            </a:extLst>
          </p:cNvPr>
          <p:cNvSpPr txBox="1"/>
          <p:nvPr/>
        </p:nvSpPr>
        <p:spPr>
          <a:xfrm>
            <a:off x="640301" y="4797647"/>
            <a:ext cx="769863" cy="276999"/>
          </a:xfrm>
          <a:prstGeom prst="rect">
            <a:avLst/>
          </a:prstGeom>
          <a:noFill/>
        </p:spPr>
        <p:txBody>
          <a:bodyPr wrap="square" rtlCol="0">
            <a:spAutoFit/>
          </a:bodyPr>
          <a:lstStyle>
            <a:defPPr>
              <a:defRPr lang="zh-CN"/>
            </a:defPPr>
            <a:lvl1pPr>
              <a:defRPr sz="1400"/>
            </a:lvl1pPr>
          </a:lstStyle>
          <a:p>
            <a:r>
              <a:rPr lang="en-US" altLang="zh-CN" sz="1200" b="1" dirty="0"/>
              <a:t>Station</a:t>
            </a:r>
            <a:endParaRPr lang="zh-CN" altLang="en-US" sz="1200" b="1" dirty="0"/>
          </a:p>
        </p:txBody>
      </p:sp>
      <p:sp>
        <p:nvSpPr>
          <p:cNvPr id="70" name="矩形 110">
            <a:extLst>
              <a:ext uri="{FF2B5EF4-FFF2-40B4-BE49-F238E27FC236}">
                <a16:creationId xmlns:a16="http://schemas.microsoft.com/office/drawing/2014/main" id="{7231FAE9-504F-4001-8283-1899243BE7BC}"/>
              </a:ext>
            </a:extLst>
          </p:cNvPr>
          <p:cNvSpPr/>
          <p:nvPr/>
        </p:nvSpPr>
        <p:spPr>
          <a:xfrm>
            <a:off x="1330403" y="2709903"/>
            <a:ext cx="2212876" cy="1571663"/>
          </a:xfrm>
          <a:prstGeom prst="rect">
            <a:avLst/>
          </a:prstGeom>
          <a:noFill/>
          <a:ln w="28575">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 name="Picture 35" descr="Terminal">
            <a:extLst>
              <a:ext uri="{FF2B5EF4-FFF2-40B4-BE49-F238E27FC236}">
                <a16:creationId xmlns:a16="http://schemas.microsoft.com/office/drawing/2014/main" id="{1F452D56-7447-443F-A0BB-1DE518F4686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53310" y="2684022"/>
            <a:ext cx="709252" cy="751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文本框 152">
            <a:extLst>
              <a:ext uri="{FF2B5EF4-FFF2-40B4-BE49-F238E27FC236}">
                <a16:creationId xmlns:a16="http://schemas.microsoft.com/office/drawing/2014/main" id="{F2BFFAFF-0719-49E9-8CF4-332DB9DF5A9D}"/>
              </a:ext>
            </a:extLst>
          </p:cNvPr>
          <p:cNvSpPr txBox="1"/>
          <p:nvPr/>
        </p:nvSpPr>
        <p:spPr>
          <a:xfrm>
            <a:off x="8116088" y="2854094"/>
            <a:ext cx="723275" cy="276999"/>
          </a:xfrm>
          <a:prstGeom prst="rect">
            <a:avLst/>
          </a:prstGeom>
          <a:noFill/>
        </p:spPr>
        <p:txBody>
          <a:bodyPr wrap="square" rtlCol="0">
            <a:spAutoFit/>
          </a:bodyPr>
          <a:lstStyle>
            <a:defPPr>
              <a:defRPr lang="zh-CN"/>
            </a:defPPr>
            <a:lvl1pPr>
              <a:defRPr sz="1400"/>
            </a:lvl1pPr>
          </a:lstStyle>
          <a:p>
            <a:r>
              <a:rPr lang="en-US" altLang="zh-CN" sz="1200" b="1" dirty="0"/>
              <a:t>PC</a:t>
            </a:r>
            <a:endParaRPr lang="zh-CN" altLang="en-US" sz="1200" b="1" dirty="0"/>
          </a:p>
        </p:txBody>
      </p:sp>
      <p:grpSp>
        <p:nvGrpSpPr>
          <p:cNvPr id="73" name="组合 17">
            <a:extLst>
              <a:ext uri="{FF2B5EF4-FFF2-40B4-BE49-F238E27FC236}">
                <a16:creationId xmlns:a16="http://schemas.microsoft.com/office/drawing/2014/main" id="{EE5C392F-AA00-4BA4-8604-CF3EEB9A893F}"/>
              </a:ext>
            </a:extLst>
          </p:cNvPr>
          <p:cNvGrpSpPr/>
          <p:nvPr/>
        </p:nvGrpSpPr>
        <p:grpSpPr>
          <a:xfrm>
            <a:off x="8537470" y="3577655"/>
            <a:ext cx="1009763" cy="763331"/>
            <a:chOff x="6845658" y="4150059"/>
            <a:chExt cx="1009763" cy="763331"/>
          </a:xfrm>
        </p:grpSpPr>
        <p:pic>
          <p:nvPicPr>
            <p:cNvPr id="74" name="Picture 30" descr="Switch4900边缘交换机">
              <a:extLst>
                <a:ext uri="{FF2B5EF4-FFF2-40B4-BE49-F238E27FC236}">
                  <a16:creationId xmlns:a16="http://schemas.microsoft.com/office/drawing/2014/main" id="{594DB351-050E-4C87-903C-AFCEDDFAC2C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07366" y="4150059"/>
              <a:ext cx="615595" cy="398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 name="文本框 154">
              <a:extLst>
                <a:ext uri="{FF2B5EF4-FFF2-40B4-BE49-F238E27FC236}">
                  <a16:creationId xmlns:a16="http://schemas.microsoft.com/office/drawing/2014/main" id="{0D7818C7-3299-472E-A54F-952459642FBC}"/>
                </a:ext>
              </a:extLst>
            </p:cNvPr>
            <p:cNvSpPr txBox="1"/>
            <p:nvPr/>
          </p:nvSpPr>
          <p:spPr>
            <a:xfrm>
              <a:off x="6845658" y="4497892"/>
              <a:ext cx="1009763" cy="415498"/>
            </a:xfrm>
            <a:prstGeom prst="rect">
              <a:avLst/>
            </a:prstGeom>
            <a:noFill/>
          </p:spPr>
          <p:txBody>
            <a:bodyPr wrap="square" rtlCol="0">
              <a:spAutoFit/>
            </a:bodyPr>
            <a:lstStyle>
              <a:defPPr>
                <a:defRPr lang="zh-CN"/>
              </a:defPPr>
              <a:lvl1pPr>
                <a:defRPr sz="1400"/>
              </a:lvl1pPr>
            </a:lstStyle>
            <a:p>
              <a:r>
                <a:rPr lang="en-US" altLang="zh-CN" sz="1050" b="1" dirty="0"/>
                <a:t>Multi-serial-port Card</a:t>
              </a:r>
              <a:endParaRPr lang="zh-CN" altLang="en-US" sz="1050" b="1" dirty="0"/>
            </a:p>
          </p:txBody>
        </p:sp>
      </p:grpSp>
      <p:cxnSp>
        <p:nvCxnSpPr>
          <p:cNvPr id="76" name="连接符: 肘形 155">
            <a:extLst>
              <a:ext uri="{FF2B5EF4-FFF2-40B4-BE49-F238E27FC236}">
                <a16:creationId xmlns:a16="http://schemas.microsoft.com/office/drawing/2014/main" id="{854C2957-21C1-4457-9A1B-D00189093A63}"/>
              </a:ext>
            </a:extLst>
          </p:cNvPr>
          <p:cNvCxnSpPr>
            <a:stCxn id="71" idx="2"/>
            <a:endCxn id="74" idx="0"/>
          </p:cNvCxnSpPr>
          <p:nvPr/>
        </p:nvCxnSpPr>
        <p:spPr>
          <a:xfrm rot="5400000">
            <a:off x="8936447" y="3506165"/>
            <a:ext cx="142019" cy="96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nvGrpSpPr>
          <p:cNvPr id="77" name="组合 18">
            <a:extLst>
              <a:ext uri="{FF2B5EF4-FFF2-40B4-BE49-F238E27FC236}">
                <a16:creationId xmlns:a16="http://schemas.microsoft.com/office/drawing/2014/main" id="{B88471F5-7D4C-40C6-887C-265B29148BF0}"/>
              </a:ext>
            </a:extLst>
          </p:cNvPr>
          <p:cNvGrpSpPr/>
          <p:nvPr/>
        </p:nvGrpSpPr>
        <p:grpSpPr>
          <a:xfrm>
            <a:off x="7301548" y="3627104"/>
            <a:ext cx="1194266" cy="624415"/>
            <a:chOff x="7686253" y="4343747"/>
            <a:chExt cx="1164411" cy="624415"/>
          </a:xfrm>
        </p:grpSpPr>
        <p:pic>
          <p:nvPicPr>
            <p:cNvPr id="78" name="Picture 2">
              <a:extLst>
                <a:ext uri="{FF2B5EF4-FFF2-40B4-BE49-F238E27FC236}">
                  <a16:creationId xmlns:a16="http://schemas.microsoft.com/office/drawing/2014/main" id="{9E59FBED-4CFA-4E0A-9FDD-579AEAF6B1F4}"/>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12135" t="16148" r="7895" b="14996"/>
            <a:stretch>
              <a:fillRect/>
            </a:stretch>
          </p:blipFill>
          <p:spPr bwMode="auto">
            <a:xfrm rot="1472614">
              <a:off x="7839922" y="4343747"/>
              <a:ext cx="526813" cy="453601"/>
            </a:xfrm>
            <a:prstGeom prst="rect">
              <a:avLst/>
            </a:prstGeom>
            <a:noFill/>
            <a:extLst>
              <a:ext uri="{909E8E84-426E-40DD-AFC4-6F175D3DCCD1}">
                <a14:hiddenFill xmlns:a14="http://schemas.microsoft.com/office/drawing/2010/main">
                  <a:solidFill>
                    <a:srgbClr val="FFFFFF"/>
                  </a:solidFill>
                </a14:hiddenFill>
              </a:ext>
            </a:extLst>
          </p:spPr>
        </p:pic>
        <p:sp>
          <p:nvSpPr>
            <p:cNvPr id="79" name="文本框 158">
              <a:extLst>
                <a:ext uri="{FF2B5EF4-FFF2-40B4-BE49-F238E27FC236}">
                  <a16:creationId xmlns:a16="http://schemas.microsoft.com/office/drawing/2014/main" id="{9119BEB7-1F0D-4792-B9A8-643D9F5269C1}"/>
                </a:ext>
              </a:extLst>
            </p:cNvPr>
            <p:cNvSpPr txBox="1"/>
            <p:nvPr/>
          </p:nvSpPr>
          <p:spPr>
            <a:xfrm>
              <a:off x="7686253" y="4706552"/>
              <a:ext cx="1164411" cy="261610"/>
            </a:xfrm>
            <a:prstGeom prst="rect">
              <a:avLst/>
            </a:prstGeom>
            <a:noFill/>
          </p:spPr>
          <p:txBody>
            <a:bodyPr wrap="square" rtlCol="0">
              <a:spAutoFit/>
            </a:bodyPr>
            <a:lstStyle>
              <a:defPPr>
                <a:defRPr lang="zh-CN"/>
              </a:defPPr>
              <a:lvl1pPr>
                <a:defRPr sz="1400"/>
              </a:lvl1pPr>
            </a:lstStyle>
            <a:p>
              <a:r>
                <a:rPr lang="en-US" altLang="zh-CN" sz="1050" b="1" dirty="0"/>
                <a:t>IO controller</a:t>
              </a:r>
              <a:endParaRPr lang="zh-CN" altLang="en-US" sz="1050" b="1" dirty="0"/>
            </a:p>
          </p:txBody>
        </p:sp>
      </p:grpSp>
      <p:cxnSp>
        <p:nvCxnSpPr>
          <p:cNvPr id="80" name="连接符: 肘形 159">
            <a:extLst>
              <a:ext uri="{FF2B5EF4-FFF2-40B4-BE49-F238E27FC236}">
                <a16:creationId xmlns:a16="http://schemas.microsoft.com/office/drawing/2014/main" id="{7E8C8358-ECCE-424F-BA9B-7E4C750F5ED0}"/>
              </a:ext>
            </a:extLst>
          </p:cNvPr>
          <p:cNvCxnSpPr>
            <a:cxnSpLocks/>
            <a:endCxn id="78" idx="0"/>
          </p:cNvCxnSpPr>
          <p:nvPr/>
        </p:nvCxnSpPr>
        <p:spPr>
          <a:xfrm>
            <a:off x="5228184" y="3493780"/>
            <a:ext cx="2595343" cy="153816"/>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81" name="文本框 169">
            <a:extLst>
              <a:ext uri="{FF2B5EF4-FFF2-40B4-BE49-F238E27FC236}">
                <a16:creationId xmlns:a16="http://schemas.microsoft.com/office/drawing/2014/main" id="{8C08E784-FE01-4356-B3F7-0A80FB89FC15}"/>
              </a:ext>
            </a:extLst>
          </p:cNvPr>
          <p:cNvSpPr txBox="1"/>
          <p:nvPr/>
        </p:nvSpPr>
        <p:spPr>
          <a:xfrm>
            <a:off x="9560339" y="4932517"/>
            <a:ext cx="756554" cy="276999"/>
          </a:xfrm>
          <a:prstGeom prst="rect">
            <a:avLst/>
          </a:prstGeom>
          <a:noFill/>
        </p:spPr>
        <p:txBody>
          <a:bodyPr wrap="square" rtlCol="0">
            <a:spAutoFit/>
          </a:bodyPr>
          <a:lstStyle>
            <a:defPPr>
              <a:defRPr lang="zh-CN"/>
            </a:defPPr>
            <a:lvl1pPr>
              <a:defRPr sz="1400"/>
            </a:lvl1pPr>
          </a:lstStyle>
          <a:p>
            <a:r>
              <a:rPr lang="en-US" altLang="zh-CN" sz="1200" b="1" dirty="0"/>
              <a:t>Station</a:t>
            </a:r>
            <a:endParaRPr lang="zh-CN" altLang="en-US" sz="1200" b="1" dirty="0"/>
          </a:p>
        </p:txBody>
      </p:sp>
      <p:sp>
        <p:nvSpPr>
          <p:cNvPr id="82" name="矩形 191">
            <a:extLst>
              <a:ext uri="{FF2B5EF4-FFF2-40B4-BE49-F238E27FC236}">
                <a16:creationId xmlns:a16="http://schemas.microsoft.com/office/drawing/2014/main" id="{3F4B3F32-0C3D-4978-9EFA-47A08E9F48FE}"/>
              </a:ext>
            </a:extLst>
          </p:cNvPr>
          <p:cNvSpPr/>
          <p:nvPr/>
        </p:nvSpPr>
        <p:spPr>
          <a:xfrm>
            <a:off x="7358689" y="2709902"/>
            <a:ext cx="2174659" cy="1581771"/>
          </a:xfrm>
          <a:prstGeom prst="rect">
            <a:avLst/>
          </a:prstGeom>
          <a:noFill/>
          <a:ln w="28575">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文本框 192">
            <a:extLst>
              <a:ext uri="{FF2B5EF4-FFF2-40B4-BE49-F238E27FC236}">
                <a16:creationId xmlns:a16="http://schemas.microsoft.com/office/drawing/2014/main" id="{33D2CFEA-592A-4402-A9DA-7CDA5F76285D}"/>
              </a:ext>
            </a:extLst>
          </p:cNvPr>
          <p:cNvSpPr txBox="1"/>
          <p:nvPr/>
        </p:nvSpPr>
        <p:spPr>
          <a:xfrm>
            <a:off x="9507019" y="3273317"/>
            <a:ext cx="1127101" cy="276999"/>
          </a:xfrm>
          <a:prstGeom prst="rect">
            <a:avLst/>
          </a:prstGeom>
          <a:noFill/>
        </p:spPr>
        <p:txBody>
          <a:bodyPr wrap="square" rtlCol="0">
            <a:spAutoFit/>
          </a:bodyPr>
          <a:lstStyle>
            <a:defPPr>
              <a:defRPr lang="zh-CN"/>
            </a:defPPr>
            <a:lvl1pPr>
              <a:defRPr sz="1400"/>
            </a:lvl1pPr>
          </a:lstStyle>
          <a:p>
            <a:r>
              <a:rPr lang="en-US" altLang="zh-CN" sz="1200" b="1" dirty="0"/>
              <a:t>Cabinet/line</a:t>
            </a:r>
            <a:endParaRPr lang="zh-CN" altLang="en-US" sz="1200" b="1" dirty="0"/>
          </a:p>
        </p:txBody>
      </p:sp>
      <p:cxnSp>
        <p:nvCxnSpPr>
          <p:cNvPr id="84" name="连接符: 肘形 106">
            <a:extLst>
              <a:ext uri="{FF2B5EF4-FFF2-40B4-BE49-F238E27FC236}">
                <a16:creationId xmlns:a16="http://schemas.microsoft.com/office/drawing/2014/main" id="{69ECB8CE-45F8-4CEA-B546-7C7CE66F7B6C}"/>
              </a:ext>
            </a:extLst>
          </p:cNvPr>
          <p:cNvCxnSpPr>
            <a:cxnSpLocks/>
          </p:cNvCxnSpPr>
          <p:nvPr/>
        </p:nvCxnSpPr>
        <p:spPr>
          <a:xfrm rot="16200000" flipH="1">
            <a:off x="6687397" y="1028913"/>
            <a:ext cx="301371" cy="3215873"/>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85" name="连接符: 肘形 108">
            <a:extLst>
              <a:ext uri="{FF2B5EF4-FFF2-40B4-BE49-F238E27FC236}">
                <a16:creationId xmlns:a16="http://schemas.microsoft.com/office/drawing/2014/main" id="{DC4D244A-8CE7-43E0-B12C-3EE5745FF739}"/>
              </a:ext>
            </a:extLst>
          </p:cNvPr>
          <p:cNvCxnSpPr>
            <a:stCxn id="49" idx="0"/>
            <a:endCxn id="45" idx="2"/>
          </p:cNvCxnSpPr>
          <p:nvPr/>
        </p:nvCxnSpPr>
        <p:spPr>
          <a:xfrm rot="16200000" flipV="1">
            <a:off x="5174876" y="1828383"/>
            <a:ext cx="108581" cy="1961"/>
          </a:xfrm>
          <a:prstGeom prst="bentConnector3">
            <a:avLst/>
          </a:prstGeom>
        </p:spPr>
        <p:style>
          <a:lnRef idx="1">
            <a:schemeClr val="accent1"/>
          </a:lnRef>
          <a:fillRef idx="0">
            <a:schemeClr val="accent1"/>
          </a:fillRef>
          <a:effectRef idx="0">
            <a:schemeClr val="accent1"/>
          </a:effectRef>
          <a:fontRef idx="minor">
            <a:schemeClr val="tx1"/>
          </a:fontRef>
        </p:style>
      </p:cxnSp>
      <p:pic>
        <p:nvPicPr>
          <p:cNvPr id="86" name="图片 3">
            <a:extLst>
              <a:ext uri="{FF2B5EF4-FFF2-40B4-BE49-F238E27FC236}">
                <a16:creationId xmlns:a16="http://schemas.microsoft.com/office/drawing/2014/main" id="{A2E19841-A332-4454-9B42-05E145C015A4}"/>
              </a:ext>
            </a:extLst>
          </p:cNvPr>
          <p:cNvPicPr>
            <a:picLocks noChangeAspect="1"/>
          </p:cNvPicPr>
          <p:nvPr/>
        </p:nvPicPr>
        <p:blipFill>
          <a:blip r:embed="rId12"/>
          <a:stretch>
            <a:fillRect/>
          </a:stretch>
        </p:blipFill>
        <p:spPr>
          <a:xfrm>
            <a:off x="4822764" y="2637709"/>
            <a:ext cx="810842" cy="705367"/>
          </a:xfrm>
          <a:prstGeom prst="rect">
            <a:avLst/>
          </a:prstGeom>
        </p:spPr>
      </p:pic>
      <p:cxnSp>
        <p:nvCxnSpPr>
          <p:cNvPr id="87" name="直接连接符 12">
            <a:extLst>
              <a:ext uri="{FF2B5EF4-FFF2-40B4-BE49-F238E27FC236}">
                <a16:creationId xmlns:a16="http://schemas.microsoft.com/office/drawing/2014/main" id="{3D1629EB-DE98-47FE-A92B-9B0C3CD0DFB9}"/>
              </a:ext>
            </a:extLst>
          </p:cNvPr>
          <p:cNvCxnSpPr>
            <a:cxnSpLocks/>
          </p:cNvCxnSpPr>
          <p:nvPr/>
        </p:nvCxnSpPr>
        <p:spPr>
          <a:xfrm flipV="1">
            <a:off x="5228185" y="2416920"/>
            <a:ext cx="1961" cy="203300"/>
          </a:xfrm>
          <a:prstGeom prst="line">
            <a:avLst/>
          </a:prstGeom>
        </p:spPr>
        <p:style>
          <a:lnRef idx="1">
            <a:schemeClr val="accent1"/>
          </a:lnRef>
          <a:fillRef idx="0">
            <a:schemeClr val="accent1"/>
          </a:fillRef>
          <a:effectRef idx="0">
            <a:schemeClr val="accent1"/>
          </a:effectRef>
          <a:fontRef idx="minor">
            <a:schemeClr val="tx1"/>
          </a:fontRef>
        </p:style>
      </p:cxnSp>
      <p:sp>
        <p:nvSpPr>
          <p:cNvPr id="88" name="文本框 20">
            <a:extLst>
              <a:ext uri="{FF2B5EF4-FFF2-40B4-BE49-F238E27FC236}">
                <a16:creationId xmlns:a16="http://schemas.microsoft.com/office/drawing/2014/main" id="{A4064A08-6CDF-4702-920F-F82972310329}"/>
              </a:ext>
            </a:extLst>
          </p:cNvPr>
          <p:cNvSpPr txBox="1"/>
          <p:nvPr/>
        </p:nvSpPr>
        <p:spPr>
          <a:xfrm>
            <a:off x="5647848" y="2868978"/>
            <a:ext cx="1242648" cy="276999"/>
          </a:xfrm>
          <a:prstGeom prst="rect">
            <a:avLst/>
          </a:prstGeom>
          <a:noFill/>
        </p:spPr>
        <p:txBody>
          <a:bodyPr wrap="none" rtlCol="0">
            <a:spAutoFit/>
          </a:bodyPr>
          <a:lstStyle/>
          <a:p>
            <a:r>
              <a:rPr lang="en-US" altLang="zh-CN" sz="1200" b="1" dirty="0"/>
              <a:t>Access switch</a:t>
            </a:r>
            <a:endParaRPr lang="zh-CN" altLang="en-US" sz="1200" b="1" dirty="0"/>
          </a:p>
        </p:txBody>
      </p:sp>
      <p:grpSp>
        <p:nvGrpSpPr>
          <p:cNvPr id="90" name="组合 161">
            <a:extLst>
              <a:ext uri="{FF2B5EF4-FFF2-40B4-BE49-F238E27FC236}">
                <a16:creationId xmlns:a16="http://schemas.microsoft.com/office/drawing/2014/main" id="{F58B1D7C-158C-4089-9FE9-E7FA1822537B}"/>
              </a:ext>
            </a:extLst>
          </p:cNvPr>
          <p:cNvGrpSpPr/>
          <p:nvPr/>
        </p:nvGrpSpPr>
        <p:grpSpPr>
          <a:xfrm>
            <a:off x="7432296" y="4722198"/>
            <a:ext cx="185532" cy="470517"/>
            <a:chOff x="6904186" y="932155"/>
            <a:chExt cx="348870" cy="862615"/>
          </a:xfrm>
        </p:grpSpPr>
        <p:sp>
          <p:nvSpPr>
            <p:cNvPr id="97" name="圆柱体 170">
              <a:extLst>
                <a:ext uri="{FF2B5EF4-FFF2-40B4-BE49-F238E27FC236}">
                  <a16:creationId xmlns:a16="http://schemas.microsoft.com/office/drawing/2014/main" id="{5CA52E48-F49A-4D4A-8BCC-8FA99311D3D3}"/>
                </a:ext>
              </a:extLst>
            </p:cNvPr>
            <p:cNvSpPr/>
            <p:nvPr/>
          </p:nvSpPr>
          <p:spPr>
            <a:xfrm>
              <a:off x="6904186" y="1185909"/>
              <a:ext cx="348869" cy="355107"/>
            </a:xfrm>
            <a:prstGeom prst="can">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柱体 171">
              <a:extLst>
                <a:ext uri="{FF2B5EF4-FFF2-40B4-BE49-F238E27FC236}">
                  <a16:creationId xmlns:a16="http://schemas.microsoft.com/office/drawing/2014/main" id="{D646E06B-3DA7-4F40-849D-144503EA665E}"/>
                </a:ext>
              </a:extLst>
            </p:cNvPr>
            <p:cNvSpPr/>
            <p:nvPr/>
          </p:nvSpPr>
          <p:spPr>
            <a:xfrm>
              <a:off x="6904187" y="932155"/>
              <a:ext cx="348869" cy="355107"/>
            </a:xfrm>
            <a:prstGeom prst="ca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柱体 172">
              <a:extLst>
                <a:ext uri="{FF2B5EF4-FFF2-40B4-BE49-F238E27FC236}">
                  <a16:creationId xmlns:a16="http://schemas.microsoft.com/office/drawing/2014/main" id="{78701D90-B67D-4DD4-9E06-E8361880A459}"/>
                </a:ext>
              </a:extLst>
            </p:cNvPr>
            <p:cNvSpPr/>
            <p:nvPr/>
          </p:nvSpPr>
          <p:spPr>
            <a:xfrm>
              <a:off x="7057748" y="1549894"/>
              <a:ext cx="66591" cy="24487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91" name="Picture 4">
            <a:extLst>
              <a:ext uri="{FF2B5EF4-FFF2-40B4-BE49-F238E27FC236}">
                <a16:creationId xmlns:a16="http://schemas.microsoft.com/office/drawing/2014/main" id="{7996A96E-2702-41DB-995B-5A7E332FBE79}"/>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9118" t="21142" r="7886" b="11605"/>
          <a:stretch>
            <a:fillRect/>
          </a:stretch>
        </p:blipFill>
        <p:spPr bwMode="auto">
          <a:xfrm>
            <a:off x="7933522" y="4678629"/>
            <a:ext cx="595113" cy="548288"/>
          </a:xfrm>
          <a:prstGeom prst="rect">
            <a:avLst/>
          </a:prstGeom>
          <a:noFill/>
          <a:extLst>
            <a:ext uri="{909E8E84-426E-40DD-AFC4-6F175D3DCCD1}">
              <a14:hiddenFill xmlns:a14="http://schemas.microsoft.com/office/drawing/2010/main">
                <a:solidFill>
                  <a:srgbClr val="FFFFFF"/>
                </a:solidFill>
              </a14:hiddenFill>
            </a:ext>
          </a:extLst>
        </p:spPr>
      </p:pic>
      <p:sp>
        <p:nvSpPr>
          <p:cNvPr id="92" name="文本框 163">
            <a:extLst>
              <a:ext uri="{FF2B5EF4-FFF2-40B4-BE49-F238E27FC236}">
                <a16:creationId xmlns:a16="http://schemas.microsoft.com/office/drawing/2014/main" id="{7AB28DE5-8BD9-4050-8475-7C24FE1AEE43}"/>
              </a:ext>
            </a:extLst>
          </p:cNvPr>
          <p:cNvSpPr txBox="1"/>
          <p:nvPr/>
        </p:nvSpPr>
        <p:spPr>
          <a:xfrm>
            <a:off x="7241578" y="5281937"/>
            <a:ext cx="615596" cy="261610"/>
          </a:xfrm>
          <a:prstGeom prst="rect">
            <a:avLst/>
          </a:prstGeom>
          <a:noFill/>
        </p:spPr>
        <p:txBody>
          <a:bodyPr wrap="square" rtlCol="0">
            <a:spAutoFit/>
          </a:bodyPr>
          <a:lstStyle>
            <a:defPPr>
              <a:defRPr lang="zh-CN"/>
            </a:defPPr>
            <a:lvl1pPr>
              <a:defRPr sz="1400"/>
            </a:lvl1pPr>
          </a:lstStyle>
          <a:p>
            <a:r>
              <a:rPr lang="en-US" altLang="zh-CN" sz="1050" b="1" dirty="0"/>
              <a:t>Light</a:t>
            </a:r>
            <a:endParaRPr lang="zh-CN" altLang="en-US" sz="1050" b="1" dirty="0"/>
          </a:p>
        </p:txBody>
      </p:sp>
      <p:sp>
        <p:nvSpPr>
          <p:cNvPr id="93" name="文本框 164">
            <a:extLst>
              <a:ext uri="{FF2B5EF4-FFF2-40B4-BE49-F238E27FC236}">
                <a16:creationId xmlns:a16="http://schemas.microsoft.com/office/drawing/2014/main" id="{396013F7-FF41-4FCB-8BF1-C6C2BF5CB790}"/>
              </a:ext>
            </a:extLst>
          </p:cNvPr>
          <p:cNvSpPr txBox="1"/>
          <p:nvPr/>
        </p:nvSpPr>
        <p:spPr>
          <a:xfrm>
            <a:off x="7892356" y="5281255"/>
            <a:ext cx="756554" cy="261610"/>
          </a:xfrm>
          <a:prstGeom prst="rect">
            <a:avLst/>
          </a:prstGeom>
          <a:noFill/>
        </p:spPr>
        <p:txBody>
          <a:bodyPr wrap="square" rtlCol="0">
            <a:spAutoFit/>
          </a:bodyPr>
          <a:lstStyle>
            <a:defPPr>
              <a:defRPr lang="zh-CN"/>
            </a:defPPr>
            <a:lvl1pPr>
              <a:defRPr sz="1400"/>
            </a:lvl1pPr>
          </a:lstStyle>
          <a:p>
            <a:r>
              <a:rPr lang="en-US" altLang="zh-CN" sz="1050" b="1" dirty="0"/>
              <a:t>Sensor</a:t>
            </a:r>
            <a:endParaRPr lang="zh-CN" altLang="en-US" sz="1050" b="1" dirty="0"/>
          </a:p>
        </p:txBody>
      </p:sp>
      <p:sp>
        <p:nvSpPr>
          <p:cNvPr id="94" name="矩形 168">
            <a:extLst>
              <a:ext uri="{FF2B5EF4-FFF2-40B4-BE49-F238E27FC236}">
                <a16:creationId xmlns:a16="http://schemas.microsoft.com/office/drawing/2014/main" id="{D072322B-3E7D-4C87-9B1E-CB001D343E21}"/>
              </a:ext>
            </a:extLst>
          </p:cNvPr>
          <p:cNvSpPr/>
          <p:nvPr/>
        </p:nvSpPr>
        <p:spPr>
          <a:xfrm>
            <a:off x="6194966" y="4552287"/>
            <a:ext cx="3319371" cy="1037461"/>
          </a:xfrm>
          <a:prstGeom prst="rect">
            <a:avLst/>
          </a:prstGeom>
          <a:noFill/>
          <a:ln w="28575">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5" name="图片 165">
            <a:extLst>
              <a:ext uri="{FF2B5EF4-FFF2-40B4-BE49-F238E27FC236}">
                <a16:creationId xmlns:a16="http://schemas.microsoft.com/office/drawing/2014/main" id="{37A8A752-96D8-4B12-85C1-D1E93F732F3B}"/>
              </a:ext>
            </a:extLst>
          </p:cNvPr>
          <p:cNvPicPr>
            <a:picLocks noChangeAspect="1"/>
          </p:cNvPicPr>
          <p:nvPr/>
        </p:nvPicPr>
        <p:blipFill>
          <a:blip r:embed="rId10"/>
          <a:stretch>
            <a:fillRect/>
          </a:stretch>
        </p:blipFill>
        <p:spPr>
          <a:xfrm>
            <a:off x="8822727" y="4765554"/>
            <a:ext cx="443875" cy="443875"/>
          </a:xfrm>
          <a:prstGeom prst="rect">
            <a:avLst/>
          </a:prstGeom>
        </p:spPr>
      </p:pic>
      <p:sp>
        <p:nvSpPr>
          <p:cNvPr id="96" name="文本框 166">
            <a:extLst>
              <a:ext uri="{FF2B5EF4-FFF2-40B4-BE49-F238E27FC236}">
                <a16:creationId xmlns:a16="http://schemas.microsoft.com/office/drawing/2014/main" id="{C8EE7CE9-3278-41C5-8295-FCA173D7E22D}"/>
              </a:ext>
            </a:extLst>
          </p:cNvPr>
          <p:cNvSpPr txBox="1"/>
          <p:nvPr/>
        </p:nvSpPr>
        <p:spPr>
          <a:xfrm>
            <a:off x="8670498" y="5281255"/>
            <a:ext cx="851035" cy="261610"/>
          </a:xfrm>
          <a:prstGeom prst="rect">
            <a:avLst/>
          </a:prstGeom>
          <a:noFill/>
        </p:spPr>
        <p:txBody>
          <a:bodyPr wrap="square" rtlCol="0">
            <a:spAutoFit/>
          </a:bodyPr>
          <a:lstStyle>
            <a:defPPr>
              <a:defRPr lang="zh-CN"/>
            </a:defPPr>
            <a:lvl1pPr>
              <a:defRPr sz="1400"/>
            </a:lvl1pPr>
          </a:lstStyle>
          <a:p>
            <a:r>
              <a:rPr lang="en-US" altLang="zh-CN" sz="1050" b="1" dirty="0"/>
              <a:t>Scanner</a:t>
            </a:r>
            <a:endParaRPr lang="zh-CN" altLang="en-US" sz="1050" b="1" dirty="0"/>
          </a:p>
        </p:txBody>
      </p:sp>
      <p:cxnSp>
        <p:nvCxnSpPr>
          <p:cNvPr id="100" name="Connector: Elbow 99">
            <a:extLst>
              <a:ext uri="{FF2B5EF4-FFF2-40B4-BE49-F238E27FC236}">
                <a16:creationId xmlns:a16="http://schemas.microsoft.com/office/drawing/2014/main" id="{C9F3B8A9-1B61-43C6-BD05-B2ED019B2AE5}"/>
              </a:ext>
            </a:extLst>
          </p:cNvPr>
          <p:cNvCxnSpPr>
            <a:cxnSpLocks/>
          </p:cNvCxnSpPr>
          <p:nvPr/>
        </p:nvCxnSpPr>
        <p:spPr>
          <a:xfrm rot="10800000" flipV="1">
            <a:off x="7566013" y="4445875"/>
            <a:ext cx="447018" cy="36604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085C6C4F-B1D2-4A1A-B6C7-7711CCDE3ABC}"/>
              </a:ext>
            </a:extLst>
          </p:cNvPr>
          <p:cNvCxnSpPr>
            <a:cxnSpLocks/>
          </p:cNvCxnSpPr>
          <p:nvPr/>
        </p:nvCxnSpPr>
        <p:spPr>
          <a:xfrm rot="16200000" flipH="1">
            <a:off x="7957021" y="4510689"/>
            <a:ext cx="367011" cy="254993"/>
          </a:xfrm>
          <a:prstGeom prst="bentConnector3">
            <a:avLst>
              <a:gd name="adj1" fmla="val -257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A1C1C34A-AEBE-47DE-B35E-78D564A4B16C}"/>
              </a:ext>
            </a:extLst>
          </p:cNvPr>
          <p:cNvCxnSpPr/>
          <p:nvPr/>
        </p:nvCxnSpPr>
        <p:spPr>
          <a:xfrm>
            <a:off x="2919166" y="4236565"/>
            <a:ext cx="0" cy="303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67CBF262-BEC6-4D03-A5CF-3F634912CF00}"/>
              </a:ext>
            </a:extLst>
          </p:cNvPr>
          <p:cNvCxnSpPr>
            <a:cxnSpLocks/>
          </p:cNvCxnSpPr>
          <p:nvPr/>
        </p:nvCxnSpPr>
        <p:spPr>
          <a:xfrm>
            <a:off x="1813709" y="4231877"/>
            <a:ext cx="0" cy="7227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44A12AAD-92B3-4B44-8989-95C207285C9A}"/>
              </a:ext>
            </a:extLst>
          </p:cNvPr>
          <p:cNvCxnSpPr>
            <a:cxnSpLocks/>
          </p:cNvCxnSpPr>
          <p:nvPr/>
        </p:nvCxnSpPr>
        <p:spPr>
          <a:xfrm>
            <a:off x="8987189" y="4339081"/>
            <a:ext cx="13190" cy="6645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Connector: Elbow 104">
            <a:extLst>
              <a:ext uri="{FF2B5EF4-FFF2-40B4-BE49-F238E27FC236}">
                <a16:creationId xmlns:a16="http://schemas.microsoft.com/office/drawing/2014/main" id="{22716E7A-35DC-46A4-AB23-A930A05CC875}"/>
              </a:ext>
            </a:extLst>
          </p:cNvPr>
          <p:cNvCxnSpPr>
            <a:cxnSpLocks/>
          </p:cNvCxnSpPr>
          <p:nvPr/>
        </p:nvCxnSpPr>
        <p:spPr>
          <a:xfrm rot="10800000" flipV="1">
            <a:off x="2516984" y="4473258"/>
            <a:ext cx="447018" cy="36604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Connector: Elbow 105">
            <a:extLst>
              <a:ext uri="{FF2B5EF4-FFF2-40B4-BE49-F238E27FC236}">
                <a16:creationId xmlns:a16="http://schemas.microsoft.com/office/drawing/2014/main" id="{D902AFCE-F8E2-4208-BA38-D4B5915F2AB7}"/>
              </a:ext>
            </a:extLst>
          </p:cNvPr>
          <p:cNvCxnSpPr>
            <a:cxnSpLocks/>
          </p:cNvCxnSpPr>
          <p:nvPr/>
        </p:nvCxnSpPr>
        <p:spPr>
          <a:xfrm rot="16200000" flipH="1">
            <a:off x="2907992" y="4540194"/>
            <a:ext cx="367011" cy="254993"/>
          </a:xfrm>
          <a:prstGeom prst="bentConnector3">
            <a:avLst>
              <a:gd name="adj1" fmla="val -257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81798D9A-4292-49C8-AE5C-8697B59B5F03}"/>
              </a:ext>
            </a:extLst>
          </p:cNvPr>
          <p:cNvCxnSpPr/>
          <p:nvPr/>
        </p:nvCxnSpPr>
        <p:spPr>
          <a:xfrm>
            <a:off x="7873810" y="4146134"/>
            <a:ext cx="0" cy="303120"/>
          </a:xfrm>
          <a:prstGeom prst="line">
            <a:avLst/>
          </a:prstGeom>
        </p:spPr>
        <p:style>
          <a:lnRef idx="1">
            <a:schemeClr val="accent1"/>
          </a:lnRef>
          <a:fillRef idx="0">
            <a:schemeClr val="accent1"/>
          </a:fillRef>
          <a:effectRef idx="0">
            <a:schemeClr val="accent1"/>
          </a:effectRef>
          <a:fontRef idx="minor">
            <a:schemeClr val="tx1"/>
          </a:fontRef>
        </p:style>
      </p:cxnSp>
      <p:sp>
        <p:nvSpPr>
          <p:cNvPr id="108" name="文本框 192">
            <a:extLst>
              <a:ext uri="{FF2B5EF4-FFF2-40B4-BE49-F238E27FC236}">
                <a16:creationId xmlns:a16="http://schemas.microsoft.com/office/drawing/2014/main" id="{71ACF810-D9C9-4BE4-909C-FA044215EBA9}"/>
              </a:ext>
            </a:extLst>
          </p:cNvPr>
          <p:cNvSpPr txBox="1"/>
          <p:nvPr/>
        </p:nvSpPr>
        <p:spPr>
          <a:xfrm>
            <a:off x="317601" y="3202960"/>
            <a:ext cx="1127101" cy="276999"/>
          </a:xfrm>
          <a:prstGeom prst="rect">
            <a:avLst/>
          </a:prstGeom>
          <a:noFill/>
        </p:spPr>
        <p:txBody>
          <a:bodyPr wrap="square" rtlCol="0">
            <a:spAutoFit/>
          </a:bodyPr>
          <a:lstStyle>
            <a:defPPr>
              <a:defRPr lang="zh-CN"/>
            </a:defPPr>
            <a:lvl1pPr>
              <a:defRPr sz="1400"/>
            </a:lvl1pPr>
          </a:lstStyle>
          <a:p>
            <a:r>
              <a:rPr lang="en-US" altLang="zh-CN" sz="1200" b="1" dirty="0"/>
              <a:t>Cabinet/line</a:t>
            </a:r>
            <a:endParaRPr lang="zh-CN" altLang="en-US" sz="1200" b="1" dirty="0"/>
          </a:p>
        </p:txBody>
      </p:sp>
      <p:cxnSp>
        <p:nvCxnSpPr>
          <p:cNvPr id="109" name="Connector: Elbow 108">
            <a:extLst>
              <a:ext uri="{FF2B5EF4-FFF2-40B4-BE49-F238E27FC236}">
                <a16:creationId xmlns:a16="http://schemas.microsoft.com/office/drawing/2014/main" id="{CECA7378-0641-420A-8385-BCA6240E8016}"/>
              </a:ext>
            </a:extLst>
          </p:cNvPr>
          <p:cNvCxnSpPr>
            <a:cxnSpLocks/>
          </p:cNvCxnSpPr>
          <p:nvPr/>
        </p:nvCxnSpPr>
        <p:spPr>
          <a:xfrm>
            <a:off x="3225405" y="4481884"/>
            <a:ext cx="979117" cy="340320"/>
          </a:xfrm>
          <a:prstGeom prst="bentConnector3">
            <a:avLst>
              <a:gd name="adj1" fmla="val 101100"/>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E4FD92C0-39E7-4373-913F-55776D380E5A}"/>
              </a:ext>
            </a:extLst>
          </p:cNvPr>
          <p:cNvSpPr/>
          <p:nvPr/>
        </p:nvSpPr>
        <p:spPr>
          <a:xfrm>
            <a:off x="3745971" y="4839185"/>
            <a:ext cx="870957" cy="528163"/>
          </a:xfrm>
          <a:prstGeom prst="rect">
            <a:avLst/>
          </a:prstGeom>
          <a:noFill/>
          <a:ln w="9525" cap="flat" cmpd="sng" algn="ctr">
            <a:solidFill>
              <a:srgbClr val="3F136C"/>
            </a:solidFill>
            <a:prstDash val="solid"/>
          </a:ln>
          <a:effectLst/>
        </p:spPr>
        <p:txBody>
          <a:bodyPr rtlCol="0" anchor="ctr"/>
          <a:lstStyle/>
          <a:p>
            <a:pPr algn="ctr" fontAlgn="auto">
              <a:spcBef>
                <a:spcPts val="0"/>
              </a:spcBef>
              <a:spcAft>
                <a:spcPts val="0"/>
              </a:spcAft>
            </a:pPr>
            <a:r>
              <a:rPr lang="en-US" altLang="zh-CN" sz="1050" b="1" dirty="0"/>
              <a:t>MAE PLC</a:t>
            </a:r>
            <a:endParaRPr lang="zh-CN" altLang="en-US" sz="1050" b="1" dirty="0"/>
          </a:p>
        </p:txBody>
      </p:sp>
      <p:sp>
        <p:nvSpPr>
          <p:cNvPr id="113" name="Rectangle 112">
            <a:extLst>
              <a:ext uri="{FF2B5EF4-FFF2-40B4-BE49-F238E27FC236}">
                <a16:creationId xmlns:a16="http://schemas.microsoft.com/office/drawing/2014/main" id="{8B069250-FE80-49CC-B246-9C8B75628C07}"/>
              </a:ext>
            </a:extLst>
          </p:cNvPr>
          <p:cNvSpPr/>
          <p:nvPr/>
        </p:nvSpPr>
        <p:spPr>
          <a:xfrm>
            <a:off x="6282794" y="4876484"/>
            <a:ext cx="870957" cy="528163"/>
          </a:xfrm>
          <a:prstGeom prst="rect">
            <a:avLst/>
          </a:prstGeom>
          <a:noFill/>
          <a:ln w="9525" cap="flat" cmpd="sng" algn="ctr">
            <a:solidFill>
              <a:srgbClr val="3F136C"/>
            </a:solidFill>
            <a:prstDash val="solid"/>
          </a:ln>
          <a:effectLst/>
        </p:spPr>
        <p:txBody>
          <a:bodyPr rtlCol="0" anchor="ctr"/>
          <a:lstStyle/>
          <a:p>
            <a:pPr algn="ctr" fontAlgn="auto">
              <a:spcBef>
                <a:spcPts val="0"/>
              </a:spcBef>
              <a:spcAft>
                <a:spcPts val="0"/>
              </a:spcAft>
            </a:pPr>
            <a:r>
              <a:rPr lang="en-US" altLang="zh-CN" sz="1050" b="1" dirty="0"/>
              <a:t>MAE PLC</a:t>
            </a:r>
            <a:endParaRPr lang="zh-CN" altLang="en-US" sz="1050" b="1" dirty="0"/>
          </a:p>
        </p:txBody>
      </p:sp>
      <p:cxnSp>
        <p:nvCxnSpPr>
          <p:cNvPr id="114" name="Connector: Elbow 113">
            <a:extLst>
              <a:ext uri="{FF2B5EF4-FFF2-40B4-BE49-F238E27FC236}">
                <a16:creationId xmlns:a16="http://schemas.microsoft.com/office/drawing/2014/main" id="{2AF3BCF1-DE35-4B9C-8E56-DC3724FFB161}"/>
              </a:ext>
            </a:extLst>
          </p:cNvPr>
          <p:cNvCxnSpPr>
            <a:cxnSpLocks/>
          </p:cNvCxnSpPr>
          <p:nvPr/>
        </p:nvCxnSpPr>
        <p:spPr>
          <a:xfrm rot="10800000" flipV="1">
            <a:off x="6630446" y="4446052"/>
            <a:ext cx="1025626" cy="40716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Rounded Corners 4">
            <a:extLst>
              <a:ext uri="{FF2B5EF4-FFF2-40B4-BE49-F238E27FC236}">
                <a16:creationId xmlns:a16="http://schemas.microsoft.com/office/drawing/2014/main" id="{6A9495C2-0D27-41B9-AC50-A84144098C2D}"/>
              </a:ext>
            </a:extLst>
          </p:cNvPr>
          <p:cNvSpPr/>
          <p:nvPr/>
        </p:nvSpPr>
        <p:spPr>
          <a:xfrm>
            <a:off x="4766492" y="1168262"/>
            <a:ext cx="1998375" cy="1255230"/>
          </a:xfrm>
          <a:prstGeom prst="roundRect">
            <a:avLst/>
          </a:prstGeom>
          <a:solidFill>
            <a:srgbClr val="92D050">
              <a:alpha val="49000"/>
            </a:srgbClr>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r>
              <a:rPr kumimoji="0" lang="en-US" sz="1800" b="0" i="0" u="none" strike="noStrike" kern="0" cap="none" spc="0" normalizeH="0" baseline="0" noProof="0" dirty="0">
                <a:ln>
                  <a:noFill/>
                </a:ln>
                <a:solidFill>
                  <a:srgbClr val="FF0000"/>
                </a:solidFill>
                <a:effectLst/>
                <a:uLnTx/>
                <a:uFillTx/>
                <a:latin typeface="Bosch Office Sans"/>
                <a:ea typeface="+mn-ea"/>
                <a:cs typeface="+mn-cs"/>
              </a:rPr>
              <a:t>Level 1</a:t>
            </a:r>
          </a:p>
        </p:txBody>
      </p:sp>
      <p:sp>
        <p:nvSpPr>
          <p:cNvPr id="110" name="Rectangle: Rounded Corners 109">
            <a:extLst>
              <a:ext uri="{FF2B5EF4-FFF2-40B4-BE49-F238E27FC236}">
                <a16:creationId xmlns:a16="http://schemas.microsoft.com/office/drawing/2014/main" id="{9B8DC7DD-D073-40F7-BAE2-A6FA33C81CE4}"/>
              </a:ext>
            </a:extLst>
          </p:cNvPr>
          <p:cNvSpPr/>
          <p:nvPr/>
        </p:nvSpPr>
        <p:spPr>
          <a:xfrm>
            <a:off x="1171748" y="2463873"/>
            <a:ext cx="9157576" cy="1831157"/>
          </a:xfrm>
          <a:prstGeom prst="roundRect">
            <a:avLst/>
          </a:prstGeom>
          <a:solidFill>
            <a:srgbClr val="92D050">
              <a:alpha val="49000"/>
            </a:srgbClr>
          </a:solidFill>
          <a:ln w="9525" cap="flat" cmpd="sng" algn="ctr">
            <a:noFill/>
            <a:prstDash val="solid"/>
          </a:ln>
          <a:effectLst/>
        </p:spPr>
        <p:txBody>
          <a:bodyPr rtlCol="0" anchor="t" anchorCtr="0"/>
          <a:lstStyle/>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FF0000"/>
              </a:solidFill>
              <a:effectLst/>
              <a:uLnTx/>
              <a:uFillTx/>
              <a:latin typeface="Bosch Office Sans"/>
              <a:ea typeface="+mn-ea"/>
              <a:cs typeface="+mn-cs"/>
            </a:endParaRPr>
          </a:p>
          <a:p>
            <a:pPr marL="0" marR="0" indent="0" algn="ctr" defTabSz="914400" eaLnBrk="1" fontAlgn="auto" latinLnBrk="0" hangingPunct="1">
              <a:lnSpc>
                <a:spcPct val="100000"/>
              </a:lnSpc>
              <a:spcBef>
                <a:spcPts val="0"/>
              </a:spcBef>
              <a:spcAft>
                <a:spcPts val="0"/>
              </a:spcAft>
              <a:buClrTx/>
              <a:buSzTx/>
              <a:buFontTx/>
              <a:buNone/>
              <a:tabLst/>
            </a:pPr>
            <a:endParaRPr lang="en-US" kern="0" dirty="0">
              <a:solidFill>
                <a:srgbClr val="FF0000"/>
              </a:solidFill>
              <a:latin typeface="Bosch Office Sans"/>
            </a:endParaRPr>
          </a:p>
          <a:p>
            <a:pPr marL="0" marR="0" indent="0" algn="ctr" defTabSz="914400" eaLnBrk="1" fontAlgn="auto" latinLnBrk="0" hangingPunct="1">
              <a:lnSpc>
                <a:spcPct val="100000"/>
              </a:lnSpc>
              <a:spcBef>
                <a:spcPts val="0"/>
              </a:spcBef>
              <a:spcAft>
                <a:spcPts val="0"/>
              </a:spcAft>
              <a:buClrTx/>
              <a:buSzTx/>
              <a:buFontTx/>
              <a:buNone/>
              <a:tabLst/>
            </a:pPr>
            <a:endParaRPr kumimoji="0" lang="en-US" sz="1800" b="0" i="0" u="none" strike="noStrike" kern="0" cap="none" spc="0" normalizeH="0" baseline="0" noProof="0" dirty="0">
              <a:ln>
                <a:noFill/>
              </a:ln>
              <a:solidFill>
                <a:srgbClr val="FF0000"/>
              </a:solidFill>
              <a:effectLst/>
              <a:uLnTx/>
              <a:uFillTx/>
              <a:latin typeface="Bosch Office Sans"/>
              <a:ea typeface="+mn-ea"/>
              <a:cs typeface="+mn-cs"/>
            </a:endParaRPr>
          </a:p>
          <a:p>
            <a:pPr marL="0" marR="0" indent="0" algn="ctr" defTabSz="914400" eaLnBrk="1" fontAlgn="auto" latinLnBrk="0" hangingPunct="1">
              <a:lnSpc>
                <a:spcPct val="100000"/>
              </a:lnSpc>
              <a:spcBef>
                <a:spcPts val="0"/>
              </a:spcBef>
              <a:spcAft>
                <a:spcPts val="0"/>
              </a:spcAft>
              <a:buClrTx/>
              <a:buSzTx/>
              <a:buFontTx/>
              <a:buNone/>
              <a:tabLst/>
            </a:pPr>
            <a:r>
              <a:rPr kumimoji="0" lang="en-US" sz="1800" b="0" i="0" u="none" strike="noStrike" kern="0" cap="none" spc="0" normalizeH="0" baseline="0" noProof="0" dirty="0">
                <a:ln>
                  <a:noFill/>
                </a:ln>
                <a:solidFill>
                  <a:srgbClr val="FF0000"/>
                </a:solidFill>
                <a:effectLst/>
                <a:uLnTx/>
                <a:uFillTx/>
                <a:latin typeface="Bosch Office Sans"/>
                <a:ea typeface="+mn-ea"/>
                <a:cs typeface="+mn-cs"/>
              </a:rPr>
              <a:t>Level 2</a:t>
            </a:r>
          </a:p>
        </p:txBody>
      </p:sp>
      <p:sp>
        <p:nvSpPr>
          <p:cNvPr id="111" name="Rectangle: Rounded Corners 110">
            <a:extLst>
              <a:ext uri="{FF2B5EF4-FFF2-40B4-BE49-F238E27FC236}">
                <a16:creationId xmlns:a16="http://schemas.microsoft.com/office/drawing/2014/main" id="{9BF427C3-9246-4D72-8FF7-8F6DEB1C0CF0}"/>
              </a:ext>
            </a:extLst>
          </p:cNvPr>
          <p:cNvSpPr/>
          <p:nvPr/>
        </p:nvSpPr>
        <p:spPr>
          <a:xfrm>
            <a:off x="1171748" y="4373116"/>
            <a:ext cx="9157576" cy="1367284"/>
          </a:xfrm>
          <a:prstGeom prst="roundRect">
            <a:avLst/>
          </a:prstGeom>
          <a:solidFill>
            <a:srgbClr val="92D050">
              <a:alpha val="49000"/>
            </a:srgbClr>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r>
              <a:rPr kumimoji="0" lang="en-US" sz="1800" b="0" i="0" u="none" strike="noStrike" kern="0" cap="none" spc="0" normalizeH="0" baseline="0" noProof="0" dirty="0">
                <a:ln>
                  <a:noFill/>
                </a:ln>
                <a:solidFill>
                  <a:srgbClr val="FF0000"/>
                </a:solidFill>
                <a:effectLst/>
                <a:uLnTx/>
                <a:uFillTx/>
                <a:latin typeface="Bosch Office Sans"/>
                <a:ea typeface="+mn-ea"/>
                <a:cs typeface="+mn-cs"/>
              </a:rPr>
              <a:t>Level 3</a:t>
            </a:r>
          </a:p>
        </p:txBody>
      </p:sp>
      <p:sp>
        <p:nvSpPr>
          <p:cNvPr id="112" name="文本框 54">
            <a:extLst>
              <a:ext uri="{FF2B5EF4-FFF2-40B4-BE49-F238E27FC236}">
                <a16:creationId xmlns:a16="http://schemas.microsoft.com/office/drawing/2014/main" id="{A56A8125-576B-43F4-8E52-7A77780827FD}"/>
              </a:ext>
            </a:extLst>
          </p:cNvPr>
          <p:cNvSpPr txBox="1"/>
          <p:nvPr/>
        </p:nvSpPr>
        <p:spPr>
          <a:xfrm>
            <a:off x="2113168" y="2059649"/>
            <a:ext cx="626798" cy="369332"/>
          </a:xfrm>
          <a:prstGeom prst="rect">
            <a:avLst/>
          </a:prstGeom>
          <a:noFill/>
        </p:spPr>
        <p:txBody>
          <a:bodyPr wrap="square" rtlCol="0">
            <a:spAutoFit/>
          </a:bodyPr>
          <a:lstStyle>
            <a:defPPr>
              <a:defRPr lang="zh-CN"/>
            </a:defPPr>
            <a:lvl1pPr>
              <a:defRPr sz="1400"/>
            </a:lvl1pPr>
          </a:lstStyle>
          <a:p>
            <a:r>
              <a:rPr lang="en-US" altLang="zh-CN" sz="1800" b="1" dirty="0"/>
              <a:t>FB</a:t>
            </a:r>
            <a:endParaRPr lang="zh-CN" altLang="en-US" sz="1800" b="1" dirty="0"/>
          </a:p>
        </p:txBody>
      </p:sp>
      <p:sp>
        <p:nvSpPr>
          <p:cNvPr id="118" name="文本框 54">
            <a:extLst>
              <a:ext uri="{FF2B5EF4-FFF2-40B4-BE49-F238E27FC236}">
                <a16:creationId xmlns:a16="http://schemas.microsoft.com/office/drawing/2014/main" id="{EBB9A048-C603-4761-8DAC-1E39C4E72E1F}"/>
              </a:ext>
            </a:extLst>
          </p:cNvPr>
          <p:cNvSpPr txBox="1"/>
          <p:nvPr/>
        </p:nvSpPr>
        <p:spPr>
          <a:xfrm>
            <a:off x="8197245" y="2060716"/>
            <a:ext cx="953545" cy="369332"/>
          </a:xfrm>
          <a:prstGeom prst="rect">
            <a:avLst/>
          </a:prstGeom>
          <a:noFill/>
        </p:spPr>
        <p:txBody>
          <a:bodyPr wrap="square" rtlCol="0">
            <a:spAutoFit/>
          </a:bodyPr>
          <a:lstStyle>
            <a:defPPr>
              <a:defRPr lang="zh-CN"/>
            </a:defPPr>
            <a:lvl1pPr>
              <a:defRPr sz="1400"/>
            </a:lvl1pPr>
          </a:lstStyle>
          <a:p>
            <a:r>
              <a:rPr lang="en-US" altLang="zh-CN" sz="1800" b="1" dirty="0"/>
              <a:t>CWB</a:t>
            </a:r>
            <a:endParaRPr lang="zh-CN" altLang="en-US" sz="1800" b="1" dirty="0"/>
          </a:p>
        </p:txBody>
      </p:sp>
    </p:spTree>
    <p:extLst>
      <p:ext uri="{BB962C8B-B14F-4D97-AF65-F5344CB8AC3E}">
        <p14:creationId xmlns:p14="http://schemas.microsoft.com/office/powerpoint/2010/main" val="4005864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87D196-6131-E955-9230-A747DCB78129}"/>
              </a:ext>
            </a:extLst>
          </p:cNvPr>
          <p:cNvSpPr>
            <a:spLocks noGrp="1"/>
          </p:cNvSpPr>
          <p:nvPr>
            <p:ph type="body" sz="quarter" idx="15"/>
          </p:nvPr>
        </p:nvSpPr>
        <p:spPr/>
        <p:txBody>
          <a:bodyPr/>
          <a:lstStyle/>
          <a:p>
            <a:r>
              <a:rPr lang="en-US" altLang="zh-CN" dirty="0"/>
              <a:t>FB Material feeding poka-yoke (Backend Programming)</a:t>
            </a:r>
          </a:p>
        </p:txBody>
      </p:sp>
      <p:sp>
        <p:nvSpPr>
          <p:cNvPr id="3" name="Title 2">
            <a:extLst>
              <a:ext uri="{FF2B5EF4-FFF2-40B4-BE49-F238E27FC236}">
                <a16:creationId xmlns:a16="http://schemas.microsoft.com/office/drawing/2014/main" id="{D2B0D2BE-E66D-A8DF-91A9-48B82C96BC20}"/>
              </a:ext>
            </a:extLst>
          </p:cNvPr>
          <p:cNvSpPr>
            <a:spLocks noGrp="1"/>
          </p:cNvSpPr>
          <p:nvPr>
            <p:ph type="title"/>
          </p:nvPr>
        </p:nvSpPr>
        <p:spPr/>
        <p:txBody>
          <a:bodyPr/>
          <a:lstStyle/>
          <a:p>
            <a:r>
              <a:rPr lang="en-US" dirty="0"/>
              <a:t>Demo</a:t>
            </a:r>
          </a:p>
        </p:txBody>
      </p:sp>
      <p:sp>
        <p:nvSpPr>
          <p:cNvPr id="4" name="Slide Number Placeholder 3">
            <a:extLst>
              <a:ext uri="{FF2B5EF4-FFF2-40B4-BE49-F238E27FC236}">
                <a16:creationId xmlns:a16="http://schemas.microsoft.com/office/drawing/2014/main" id="{97562CD8-0E80-A71B-606E-5C72C236DF15}"/>
              </a:ext>
            </a:extLst>
          </p:cNvPr>
          <p:cNvSpPr>
            <a:spLocks noGrp="1"/>
          </p:cNvSpPr>
          <p:nvPr>
            <p:ph type="sldNum" sz="quarter" idx="12"/>
          </p:nvPr>
        </p:nvSpPr>
        <p:spPr/>
        <p:txBody>
          <a:bodyPr/>
          <a:lstStyle/>
          <a:p>
            <a:fld id="{4898AEC0-503E-4FA4-859C-D0F72D6E3F79}" type="slidenum">
              <a:rPr lang="en-US" noProof="1" smtClean="0"/>
              <a:pPr/>
              <a:t>6</a:t>
            </a:fld>
            <a:endParaRPr lang="en-US" noProof="1"/>
          </a:p>
        </p:txBody>
      </p:sp>
      <p:pic>
        <p:nvPicPr>
          <p:cNvPr id="6" name="Picture 5">
            <a:extLst>
              <a:ext uri="{FF2B5EF4-FFF2-40B4-BE49-F238E27FC236}">
                <a16:creationId xmlns:a16="http://schemas.microsoft.com/office/drawing/2014/main" id="{B4ED4DE7-B7CB-BD77-E879-73145D9C475F}"/>
              </a:ext>
            </a:extLst>
          </p:cNvPr>
          <p:cNvPicPr>
            <a:picLocks noChangeAspect="1"/>
          </p:cNvPicPr>
          <p:nvPr/>
        </p:nvPicPr>
        <p:blipFill>
          <a:blip r:embed="rId2"/>
          <a:stretch>
            <a:fillRect/>
          </a:stretch>
        </p:blipFill>
        <p:spPr>
          <a:xfrm>
            <a:off x="962669" y="1094027"/>
            <a:ext cx="8733241" cy="4515145"/>
          </a:xfrm>
          <a:prstGeom prst="rect">
            <a:avLst/>
          </a:prstGeom>
        </p:spPr>
      </p:pic>
    </p:spTree>
    <p:extLst>
      <p:ext uri="{BB962C8B-B14F-4D97-AF65-F5344CB8AC3E}">
        <p14:creationId xmlns:p14="http://schemas.microsoft.com/office/powerpoint/2010/main" val="3362478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87D196-6131-E955-9230-A747DCB78129}"/>
              </a:ext>
            </a:extLst>
          </p:cNvPr>
          <p:cNvSpPr>
            <a:spLocks noGrp="1"/>
          </p:cNvSpPr>
          <p:nvPr>
            <p:ph type="body" sz="quarter" idx="15"/>
          </p:nvPr>
        </p:nvSpPr>
        <p:spPr/>
        <p:txBody>
          <a:bodyPr/>
          <a:lstStyle/>
          <a:p>
            <a:r>
              <a:rPr lang="en-US" altLang="zh-CN" dirty="0"/>
              <a:t>FB Material feeding poka-yoke (Backend Programming)</a:t>
            </a:r>
          </a:p>
        </p:txBody>
      </p:sp>
      <p:sp>
        <p:nvSpPr>
          <p:cNvPr id="3" name="Title 2">
            <a:extLst>
              <a:ext uri="{FF2B5EF4-FFF2-40B4-BE49-F238E27FC236}">
                <a16:creationId xmlns:a16="http://schemas.microsoft.com/office/drawing/2014/main" id="{D2B0D2BE-E66D-A8DF-91A9-48B82C96BC20}"/>
              </a:ext>
            </a:extLst>
          </p:cNvPr>
          <p:cNvSpPr>
            <a:spLocks noGrp="1"/>
          </p:cNvSpPr>
          <p:nvPr>
            <p:ph type="title"/>
          </p:nvPr>
        </p:nvSpPr>
        <p:spPr/>
        <p:txBody>
          <a:bodyPr/>
          <a:lstStyle/>
          <a:p>
            <a:r>
              <a:rPr lang="en-US" dirty="0"/>
              <a:t>Demo</a:t>
            </a:r>
          </a:p>
        </p:txBody>
      </p:sp>
      <p:sp>
        <p:nvSpPr>
          <p:cNvPr id="4" name="Slide Number Placeholder 3">
            <a:extLst>
              <a:ext uri="{FF2B5EF4-FFF2-40B4-BE49-F238E27FC236}">
                <a16:creationId xmlns:a16="http://schemas.microsoft.com/office/drawing/2014/main" id="{97562CD8-0E80-A71B-606E-5C72C236DF15}"/>
              </a:ext>
            </a:extLst>
          </p:cNvPr>
          <p:cNvSpPr>
            <a:spLocks noGrp="1"/>
          </p:cNvSpPr>
          <p:nvPr>
            <p:ph type="sldNum" sz="quarter" idx="12"/>
          </p:nvPr>
        </p:nvSpPr>
        <p:spPr/>
        <p:txBody>
          <a:bodyPr/>
          <a:lstStyle/>
          <a:p>
            <a:fld id="{4898AEC0-503E-4FA4-859C-D0F72D6E3F79}" type="slidenum">
              <a:rPr lang="en-US" noProof="1" smtClean="0"/>
              <a:pPr/>
              <a:t>7</a:t>
            </a:fld>
            <a:endParaRPr lang="en-US" noProof="1"/>
          </a:p>
        </p:txBody>
      </p:sp>
      <p:pic>
        <p:nvPicPr>
          <p:cNvPr id="7" name="Picture 6">
            <a:extLst>
              <a:ext uri="{FF2B5EF4-FFF2-40B4-BE49-F238E27FC236}">
                <a16:creationId xmlns:a16="http://schemas.microsoft.com/office/drawing/2014/main" id="{70790F80-DBA0-CF75-9C78-D617DE5CF08C}"/>
              </a:ext>
            </a:extLst>
          </p:cNvPr>
          <p:cNvPicPr>
            <a:picLocks noChangeAspect="1"/>
          </p:cNvPicPr>
          <p:nvPr/>
        </p:nvPicPr>
        <p:blipFill>
          <a:blip r:embed="rId2"/>
          <a:stretch>
            <a:fillRect/>
          </a:stretch>
        </p:blipFill>
        <p:spPr>
          <a:xfrm>
            <a:off x="1001817" y="1036800"/>
            <a:ext cx="8965565" cy="4620894"/>
          </a:xfrm>
          <a:prstGeom prst="rect">
            <a:avLst/>
          </a:prstGeom>
        </p:spPr>
      </p:pic>
    </p:spTree>
    <p:extLst>
      <p:ext uri="{BB962C8B-B14F-4D97-AF65-F5344CB8AC3E}">
        <p14:creationId xmlns:p14="http://schemas.microsoft.com/office/powerpoint/2010/main" val="2267417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87D196-6131-E955-9230-A747DCB78129}"/>
              </a:ext>
            </a:extLst>
          </p:cNvPr>
          <p:cNvSpPr>
            <a:spLocks noGrp="1"/>
          </p:cNvSpPr>
          <p:nvPr>
            <p:ph type="body" sz="quarter" idx="15"/>
          </p:nvPr>
        </p:nvSpPr>
        <p:spPr/>
        <p:txBody>
          <a:bodyPr/>
          <a:lstStyle/>
          <a:p>
            <a:r>
              <a:rPr lang="en-US" altLang="zh-CN" dirty="0"/>
              <a:t>FB Material feeding poka-yoke (Backend Programming)</a:t>
            </a:r>
          </a:p>
        </p:txBody>
      </p:sp>
      <p:sp>
        <p:nvSpPr>
          <p:cNvPr id="3" name="Title 2">
            <a:extLst>
              <a:ext uri="{FF2B5EF4-FFF2-40B4-BE49-F238E27FC236}">
                <a16:creationId xmlns:a16="http://schemas.microsoft.com/office/drawing/2014/main" id="{D2B0D2BE-E66D-A8DF-91A9-48B82C96BC20}"/>
              </a:ext>
            </a:extLst>
          </p:cNvPr>
          <p:cNvSpPr>
            <a:spLocks noGrp="1"/>
          </p:cNvSpPr>
          <p:nvPr>
            <p:ph type="title"/>
          </p:nvPr>
        </p:nvSpPr>
        <p:spPr/>
        <p:txBody>
          <a:bodyPr/>
          <a:lstStyle/>
          <a:p>
            <a:r>
              <a:rPr lang="en-US" dirty="0"/>
              <a:t>Demo</a:t>
            </a:r>
          </a:p>
        </p:txBody>
      </p:sp>
      <p:sp>
        <p:nvSpPr>
          <p:cNvPr id="4" name="Slide Number Placeholder 3">
            <a:extLst>
              <a:ext uri="{FF2B5EF4-FFF2-40B4-BE49-F238E27FC236}">
                <a16:creationId xmlns:a16="http://schemas.microsoft.com/office/drawing/2014/main" id="{97562CD8-0E80-A71B-606E-5C72C236DF15}"/>
              </a:ext>
            </a:extLst>
          </p:cNvPr>
          <p:cNvSpPr>
            <a:spLocks noGrp="1"/>
          </p:cNvSpPr>
          <p:nvPr>
            <p:ph type="sldNum" sz="quarter" idx="12"/>
          </p:nvPr>
        </p:nvSpPr>
        <p:spPr/>
        <p:txBody>
          <a:bodyPr/>
          <a:lstStyle/>
          <a:p>
            <a:fld id="{4898AEC0-503E-4FA4-859C-D0F72D6E3F79}" type="slidenum">
              <a:rPr lang="en-US" noProof="1" smtClean="0"/>
              <a:pPr/>
              <a:t>8</a:t>
            </a:fld>
            <a:endParaRPr lang="en-US" noProof="1"/>
          </a:p>
        </p:txBody>
      </p:sp>
      <p:pic>
        <p:nvPicPr>
          <p:cNvPr id="6" name="Picture 5">
            <a:extLst>
              <a:ext uri="{FF2B5EF4-FFF2-40B4-BE49-F238E27FC236}">
                <a16:creationId xmlns:a16="http://schemas.microsoft.com/office/drawing/2014/main" id="{A3394E28-53A3-CFFB-C942-ABB7E8583205}"/>
              </a:ext>
            </a:extLst>
          </p:cNvPr>
          <p:cNvPicPr>
            <a:picLocks noChangeAspect="1"/>
          </p:cNvPicPr>
          <p:nvPr/>
        </p:nvPicPr>
        <p:blipFill>
          <a:blip r:embed="rId2"/>
          <a:stretch>
            <a:fillRect/>
          </a:stretch>
        </p:blipFill>
        <p:spPr>
          <a:xfrm>
            <a:off x="948477" y="1007297"/>
            <a:ext cx="9072245" cy="4659103"/>
          </a:xfrm>
          <a:prstGeom prst="rect">
            <a:avLst/>
          </a:prstGeom>
        </p:spPr>
      </p:pic>
    </p:spTree>
    <p:extLst>
      <p:ext uri="{BB962C8B-B14F-4D97-AF65-F5344CB8AC3E}">
        <p14:creationId xmlns:p14="http://schemas.microsoft.com/office/powerpoint/2010/main" val="1792646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87D196-6131-E955-9230-A747DCB78129}"/>
              </a:ext>
            </a:extLst>
          </p:cNvPr>
          <p:cNvSpPr>
            <a:spLocks noGrp="1"/>
          </p:cNvSpPr>
          <p:nvPr>
            <p:ph type="body" sz="quarter" idx="15"/>
          </p:nvPr>
        </p:nvSpPr>
        <p:spPr/>
        <p:txBody>
          <a:bodyPr/>
          <a:lstStyle/>
          <a:p>
            <a:r>
              <a:rPr lang="en-US" altLang="zh-CN" dirty="0"/>
              <a:t>FB Material feeding poka-yoke (Backend Programming)</a:t>
            </a:r>
          </a:p>
        </p:txBody>
      </p:sp>
      <p:sp>
        <p:nvSpPr>
          <p:cNvPr id="3" name="Title 2">
            <a:extLst>
              <a:ext uri="{FF2B5EF4-FFF2-40B4-BE49-F238E27FC236}">
                <a16:creationId xmlns:a16="http://schemas.microsoft.com/office/drawing/2014/main" id="{D2B0D2BE-E66D-A8DF-91A9-48B82C96BC20}"/>
              </a:ext>
            </a:extLst>
          </p:cNvPr>
          <p:cNvSpPr>
            <a:spLocks noGrp="1"/>
          </p:cNvSpPr>
          <p:nvPr>
            <p:ph type="title"/>
          </p:nvPr>
        </p:nvSpPr>
        <p:spPr/>
        <p:txBody>
          <a:bodyPr/>
          <a:lstStyle/>
          <a:p>
            <a:r>
              <a:rPr lang="en-US" dirty="0"/>
              <a:t>Demo</a:t>
            </a:r>
          </a:p>
        </p:txBody>
      </p:sp>
      <p:sp>
        <p:nvSpPr>
          <p:cNvPr id="4" name="Slide Number Placeholder 3">
            <a:extLst>
              <a:ext uri="{FF2B5EF4-FFF2-40B4-BE49-F238E27FC236}">
                <a16:creationId xmlns:a16="http://schemas.microsoft.com/office/drawing/2014/main" id="{97562CD8-0E80-A71B-606E-5C72C236DF15}"/>
              </a:ext>
            </a:extLst>
          </p:cNvPr>
          <p:cNvSpPr>
            <a:spLocks noGrp="1"/>
          </p:cNvSpPr>
          <p:nvPr>
            <p:ph type="sldNum" sz="quarter" idx="12"/>
          </p:nvPr>
        </p:nvSpPr>
        <p:spPr/>
        <p:txBody>
          <a:bodyPr/>
          <a:lstStyle/>
          <a:p>
            <a:fld id="{4898AEC0-503E-4FA4-859C-D0F72D6E3F79}" type="slidenum">
              <a:rPr lang="en-US" noProof="1" smtClean="0"/>
              <a:pPr/>
              <a:t>9</a:t>
            </a:fld>
            <a:endParaRPr lang="en-US" noProof="1"/>
          </a:p>
        </p:txBody>
      </p:sp>
      <p:pic>
        <p:nvPicPr>
          <p:cNvPr id="7" name="Picture 6">
            <a:extLst>
              <a:ext uri="{FF2B5EF4-FFF2-40B4-BE49-F238E27FC236}">
                <a16:creationId xmlns:a16="http://schemas.microsoft.com/office/drawing/2014/main" id="{BCA13D38-29F1-0332-3A42-E85AFF9ABD29}"/>
              </a:ext>
            </a:extLst>
          </p:cNvPr>
          <p:cNvPicPr>
            <a:picLocks noChangeAspect="1"/>
          </p:cNvPicPr>
          <p:nvPr/>
        </p:nvPicPr>
        <p:blipFill>
          <a:blip r:embed="rId2"/>
          <a:stretch>
            <a:fillRect/>
          </a:stretch>
        </p:blipFill>
        <p:spPr>
          <a:xfrm>
            <a:off x="1009437" y="1036800"/>
            <a:ext cx="8950325" cy="4589551"/>
          </a:xfrm>
          <a:prstGeom prst="rect">
            <a:avLst/>
          </a:prstGeom>
        </p:spPr>
      </p:pic>
    </p:spTree>
    <p:extLst>
      <p:ext uri="{BB962C8B-B14F-4D97-AF65-F5344CB8AC3E}">
        <p14:creationId xmlns:p14="http://schemas.microsoft.com/office/powerpoint/2010/main" val="3895417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87D196-6131-E955-9230-A747DCB78129}"/>
              </a:ext>
            </a:extLst>
          </p:cNvPr>
          <p:cNvSpPr>
            <a:spLocks noGrp="1"/>
          </p:cNvSpPr>
          <p:nvPr>
            <p:ph type="body" sz="quarter" idx="15"/>
          </p:nvPr>
        </p:nvSpPr>
        <p:spPr/>
        <p:txBody>
          <a:bodyPr/>
          <a:lstStyle/>
          <a:p>
            <a:r>
              <a:rPr lang="en-US" altLang="zh-CN" dirty="0"/>
              <a:t>FB Material feeding poka-yoke (Backend Programming)</a:t>
            </a:r>
          </a:p>
        </p:txBody>
      </p:sp>
      <p:sp>
        <p:nvSpPr>
          <p:cNvPr id="3" name="Title 2">
            <a:extLst>
              <a:ext uri="{FF2B5EF4-FFF2-40B4-BE49-F238E27FC236}">
                <a16:creationId xmlns:a16="http://schemas.microsoft.com/office/drawing/2014/main" id="{D2B0D2BE-E66D-A8DF-91A9-48B82C96BC20}"/>
              </a:ext>
            </a:extLst>
          </p:cNvPr>
          <p:cNvSpPr>
            <a:spLocks noGrp="1"/>
          </p:cNvSpPr>
          <p:nvPr>
            <p:ph type="title"/>
          </p:nvPr>
        </p:nvSpPr>
        <p:spPr/>
        <p:txBody>
          <a:bodyPr/>
          <a:lstStyle/>
          <a:p>
            <a:r>
              <a:rPr lang="en-US" dirty="0"/>
              <a:t>Demo</a:t>
            </a:r>
          </a:p>
        </p:txBody>
      </p:sp>
      <p:sp>
        <p:nvSpPr>
          <p:cNvPr id="4" name="Slide Number Placeholder 3">
            <a:extLst>
              <a:ext uri="{FF2B5EF4-FFF2-40B4-BE49-F238E27FC236}">
                <a16:creationId xmlns:a16="http://schemas.microsoft.com/office/drawing/2014/main" id="{97562CD8-0E80-A71B-606E-5C72C236DF15}"/>
              </a:ext>
            </a:extLst>
          </p:cNvPr>
          <p:cNvSpPr>
            <a:spLocks noGrp="1"/>
          </p:cNvSpPr>
          <p:nvPr>
            <p:ph type="sldNum" sz="quarter" idx="12"/>
          </p:nvPr>
        </p:nvSpPr>
        <p:spPr/>
        <p:txBody>
          <a:bodyPr/>
          <a:lstStyle/>
          <a:p>
            <a:fld id="{4898AEC0-503E-4FA4-859C-D0F72D6E3F79}" type="slidenum">
              <a:rPr lang="en-US" noProof="1" smtClean="0"/>
              <a:pPr/>
              <a:t>10</a:t>
            </a:fld>
            <a:endParaRPr lang="en-US" noProof="1"/>
          </a:p>
        </p:txBody>
      </p:sp>
      <p:pic>
        <p:nvPicPr>
          <p:cNvPr id="6" name="Picture 5">
            <a:extLst>
              <a:ext uri="{FF2B5EF4-FFF2-40B4-BE49-F238E27FC236}">
                <a16:creationId xmlns:a16="http://schemas.microsoft.com/office/drawing/2014/main" id="{C13E8B52-2E72-57FB-C49B-9BFAA63433C1}"/>
              </a:ext>
            </a:extLst>
          </p:cNvPr>
          <p:cNvPicPr>
            <a:picLocks noChangeAspect="1"/>
          </p:cNvPicPr>
          <p:nvPr/>
        </p:nvPicPr>
        <p:blipFill>
          <a:blip r:embed="rId2"/>
          <a:stretch>
            <a:fillRect/>
          </a:stretch>
        </p:blipFill>
        <p:spPr>
          <a:xfrm>
            <a:off x="929427" y="1015593"/>
            <a:ext cx="9110345" cy="4507020"/>
          </a:xfrm>
          <a:prstGeom prst="rect">
            <a:avLst/>
          </a:prstGeom>
        </p:spPr>
      </p:pic>
    </p:spTree>
    <p:extLst>
      <p:ext uri="{BB962C8B-B14F-4D97-AF65-F5344CB8AC3E}">
        <p14:creationId xmlns:p14="http://schemas.microsoft.com/office/powerpoint/2010/main" val="1760201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87D196-6131-E955-9230-A747DCB78129}"/>
              </a:ext>
            </a:extLst>
          </p:cNvPr>
          <p:cNvSpPr>
            <a:spLocks noGrp="1"/>
          </p:cNvSpPr>
          <p:nvPr>
            <p:ph type="body" sz="quarter" idx="15"/>
          </p:nvPr>
        </p:nvSpPr>
        <p:spPr/>
        <p:txBody>
          <a:bodyPr/>
          <a:lstStyle/>
          <a:p>
            <a:r>
              <a:rPr lang="en-US" altLang="zh-CN" dirty="0"/>
              <a:t>FB Material feeding poka-yoke (Backend Programming)</a:t>
            </a:r>
          </a:p>
        </p:txBody>
      </p:sp>
      <p:sp>
        <p:nvSpPr>
          <p:cNvPr id="3" name="Title 2">
            <a:extLst>
              <a:ext uri="{FF2B5EF4-FFF2-40B4-BE49-F238E27FC236}">
                <a16:creationId xmlns:a16="http://schemas.microsoft.com/office/drawing/2014/main" id="{D2B0D2BE-E66D-A8DF-91A9-48B82C96BC20}"/>
              </a:ext>
            </a:extLst>
          </p:cNvPr>
          <p:cNvSpPr>
            <a:spLocks noGrp="1"/>
          </p:cNvSpPr>
          <p:nvPr>
            <p:ph type="title"/>
          </p:nvPr>
        </p:nvSpPr>
        <p:spPr/>
        <p:txBody>
          <a:bodyPr/>
          <a:lstStyle/>
          <a:p>
            <a:r>
              <a:rPr lang="en-US" dirty="0"/>
              <a:t>Demo</a:t>
            </a:r>
          </a:p>
        </p:txBody>
      </p:sp>
      <p:sp>
        <p:nvSpPr>
          <p:cNvPr id="4" name="Slide Number Placeholder 3">
            <a:extLst>
              <a:ext uri="{FF2B5EF4-FFF2-40B4-BE49-F238E27FC236}">
                <a16:creationId xmlns:a16="http://schemas.microsoft.com/office/drawing/2014/main" id="{97562CD8-0E80-A71B-606E-5C72C236DF15}"/>
              </a:ext>
            </a:extLst>
          </p:cNvPr>
          <p:cNvSpPr>
            <a:spLocks noGrp="1"/>
          </p:cNvSpPr>
          <p:nvPr>
            <p:ph type="sldNum" sz="quarter" idx="12"/>
          </p:nvPr>
        </p:nvSpPr>
        <p:spPr/>
        <p:txBody>
          <a:bodyPr/>
          <a:lstStyle/>
          <a:p>
            <a:fld id="{4898AEC0-503E-4FA4-859C-D0F72D6E3F79}" type="slidenum">
              <a:rPr lang="en-US" noProof="1" smtClean="0"/>
              <a:pPr/>
              <a:t>11</a:t>
            </a:fld>
            <a:endParaRPr lang="en-US" noProof="1"/>
          </a:p>
        </p:txBody>
      </p:sp>
      <p:pic>
        <p:nvPicPr>
          <p:cNvPr id="9" name="Picture 8">
            <a:extLst>
              <a:ext uri="{FF2B5EF4-FFF2-40B4-BE49-F238E27FC236}">
                <a16:creationId xmlns:a16="http://schemas.microsoft.com/office/drawing/2014/main" id="{CBA14C74-683B-E9A1-9D0C-B6EE61502B4A}"/>
              </a:ext>
            </a:extLst>
          </p:cNvPr>
          <p:cNvPicPr>
            <a:picLocks noChangeAspect="1"/>
          </p:cNvPicPr>
          <p:nvPr/>
        </p:nvPicPr>
        <p:blipFill>
          <a:blip r:embed="rId2"/>
          <a:stretch>
            <a:fillRect/>
          </a:stretch>
        </p:blipFill>
        <p:spPr>
          <a:xfrm>
            <a:off x="1024677" y="965130"/>
            <a:ext cx="8919845" cy="4557483"/>
          </a:xfrm>
          <a:prstGeom prst="rect">
            <a:avLst/>
          </a:prstGeom>
        </p:spPr>
      </p:pic>
    </p:spTree>
    <p:extLst>
      <p:ext uri="{BB962C8B-B14F-4D97-AF65-F5344CB8AC3E}">
        <p14:creationId xmlns:p14="http://schemas.microsoft.com/office/powerpoint/2010/main" val="3991741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87D196-6131-E955-9230-A747DCB78129}"/>
              </a:ext>
            </a:extLst>
          </p:cNvPr>
          <p:cNvSpPr>
            <a:spLocks noGrp="1"/>
          </p:cNvSpPr>
          <p:nvPr>
            <p:ph type="body" sz="quarter" idx="15"/>
          </p:nvPr>
        </p:nvSpPr>
        <p:spPr/>
        <p:txBody>
          <a:bodyPr/>
          <a:lstStyle/>
          <a:p>
            <a:r>
              <a:rPr lang="en-US" altLang="zh-CN" dirty="0"/>
              <a:t>FB Material feeding poka-yoke (Backend Programming)</a:t>
            </a:r>
          </a:p>
        </p:txBody>
      </p:sp>
      <p:sp>
        <p:nvSpPr>
          <p:cNvPr id="3" name="Title 2">
            <a:extLst>
              <a:ext uri="{FF2B5EF4-FFF2-40B4-BE49-F238E27FC236}">
                <a16:creationId xmlns:a16="http://schemas.microsoft.com/office/drawing/2014/main" id="{D2B0D2BE-E66D-A8DF-91A9-48B82C96BC20}"/>
              </a:ext>
            </a:extLst>
          </p:cNvPr>
          <p:cNvSpPr>
            <a:spLocks noGrp="1"/>
          </p:cNvSpPr>
          <p:nvPr>
            <p:ph type="title"/>
          </p:nvPr>
        </p:nvSpPr>
        <p:spPr/>
        <p:txBody>
          <a:bodyPr/>
          <a:lstStyle/>
          <a:p>
            <a:r>
              <a:rPr lang="en-US" dirty="0"/>
              <a:t>Demo</a:t>
            </a:r>
          </a:p>
        </p:txBody>
      </p:sp>
      <p:sp>
        <p:nvSpPr>
          <p:cNvPr id="4" name="Slide Number Placeholder 3">
            <a:extLst>
              <a:ext uri="{FF2B5EF4-FFF2-40B4-BE49-F238E27FC236}">
                <a16:creationId xmlns:a16="http://schemas.microsoft.com/office/drawing/2014/main" id="{97562CD8-0E80-A71B-606E-5C72C236DF15}"/>
              </a:ext>
            </a:extLst>
          </p:cNvPr>
          <p:cNvSpPr>
            <a:spLocks noGrp="1"/>
          </p:cNvSpPr>
          <p:nvPr>
            <p:ph type="sldNum" sz="quarter" idx="12"/>
          </p:nvPr>
        </p:nvSpPr>
        <p:spPr/>
        <p:txBody>
          <a:bodyPr/>
          <a:lstStyle/>
          <a:p>
            <a:fld id="{4898AEC0-503E-4FA4-859C-D0F72D6E3F79}" type="slidenum">
              <a:rPr lang="en-US" noProof="1" smtClean="0"/>
              <a:pPr/>
              <a:t>12</a:t>
            </a:fld>
            <a:endParaRPr lang="en-US" noProof="1"/>
          </a:p>
        </p:txBody>
      </p:sp>
      <p:pic>
        <p:nvPicPr>
          <p:cNvPr id="6" name="Picture 5">
            <a:extLst>
              <a:ext uri="{FF2B5EF4-FFF2-40B4-BE49-F238E27FC236}">
                <a16:creationId xmlns:a16="http://schemas.microsoft.com/office/drawing/2014/main" id="{5D953C8D-3384-BCB5-64FC-42858C5E4135}"/>
              </a:ext>
            </a:extLst>
          </p:cNvPr>
          <p:cNvPicPr>
            <a:picLocks noChangeAspect="1"/>
          </p:cNvPicPr>
          <p:nvPr/>
        </p:nvPicPr>
        <p:blipFill>
          <a:blip r:embed="rId2"/>
          <a:stretch>
            <a:fillRect/>
          </a:stretch>
        </p:blipFill>
        <p:spPr>
          <a:xfrm>
            <a:off x="952287" y="1036800"/>
            <a:ext cx="9064625" cy="4619791"/>
          </a:xfrm>
          <a:prstGeom prst="rect">
            <a:avLst/>
          </a:prstGeom>
        </p:spPr>
      </p:pic>
    </p:spTree>
    <p:extLst>
      <p:ext uri="{BB962C8B-B14F-4D97-AF65-F5344CB8AC3E}">
        <p14:creationId xmlns:p14="http://schemas.microsoft.com/office/powerpoint/2010/main" val="22804834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87D196-6131-E955-9230-A747DCB78129}"/>
              </a:ext>
            </a:extLst>
          </p:cNvPr>
          <p:cNvSpPr>
            <a:spLocks noGrp="1"/>
          </p:cNvSpPr>
          <p:nvPr>
            <p:ph type="body" sz="quarter" idx="15"/>
          </p:nvPr>
        </p:nvSpPr>
        <p:spPr/>
        <p:txBody>
          <a:bodyPr/>
          <a:lstStyle/>
          <a:p>
            <a:r>
              <a:rPr lang="en-US" altLang="zh-CN" dirty="0"/>
              <a:t>FB Material feeding poka-yoke (Backend Programming)</a:t>
            </a:r>
          </a:p>
        </p:txBody>
      </p:sp>
      <p:sp>
        <p:nvSpPr>
          <p:cNvPr id="3" name="Title 2">
            <a:extLst>
              <a:ext uri="{FF2B5EF4-FFF2-40B4-BE49-F238E27FC236}">
                <a16:creationId xmlns:a16="http://schemas.microsoft.com/office/drawing/2014/main" id="{D2B0D2BE-E66D-A8DF-91A9-48B82C96BC20}"/>
              </a:ext>
            </a:extLst>
          </p:cNvPr>
          <p:cNvSpPr>
            <a:spLocks noGrp="1"/>
          </p:cNvSpPr>
          <p:nvPr>
            <p:ph type="title"/>
          </p:nvPr>
        </p:nvSpPr>
        <p:spPr/>
        <p:txBody>
          <a:bodyPr/>
          <a:lstStyle/>
          <a:p>
            <a:endParaRPr lang="en-US" dirty="0"/>
          </a:p>
        </p:txBody>
      </p:sp>
      <p:sp>
        <p:nvSpPr>
          <p:cNvPr id="4" name="Slide Number Placeholder 3">
            <a:extLst>
              <a:ext uri="{FF2B5EF4-FFF2-40B4-BE49-F238E27FC236}">
                <a16:creationId xmlns:a16="http://schemas.microsoft.com/office/drawing/2014/main" id="{97562CD8-0E80-A71B-606E-5C72C236DF15}"/>
              </a:ext>
            </a:extLst>
          </p:cNvPr>
          <p:cNvSpPr>
            <a:spLocks noGrp="1"/>
          </p:cNvSpPr>
          <p:nvPr>
            <p:ph type="sldNum" sz="quarter" idx="12"/>
          </p:nvPr>
        </p:nvSpPr>
        <p:spPr/>
        <p:txBody>
          <a:bodyPr/>
          <a:lstStyle/>
          <a:p>
            <a:fld id="{4898AEC0-503E-4FA4-859C-D0F72D6E3F79}" type="slidenum">
              <a:rPr lang="en-US" noProof="1" smtClean="0"/>
              <a:pPr/>
              <a:t>13</a:t>
            </a:fld>
            <a:endParaRPr lang="en-US" noProof="1"/>
          </a:p>
        </p:txBody>
      </p:sp>
      <p:pic>
        <p:nvPicPr>
          <p:cNvPr id="6" name="Picture 5">
            <a:extLst>
              <a:ext uri="{FF2B5EF4-FFF2-40B4-BE49-F238E27FC236}">
                <a16:creationId xmlns:a16="http://schemas.microsoft.com/office/drawing/2014/main" id="{5D953C8D-3384-BCB5-64FC-42858C5E4135}"/>
              </a:ext>
            </a:extLst>
          </p:cNvPr>
          <p:cNvPicPr>
            <a:picLocks noChangeAspect="1"/>
          </p:cNvPicPr>
          <p:nvPr/>
        </p:nvPicPr>
        <p:blipFill>
          <a:blip r:embed="rId2"/>
          <a:stretch>
            <a:fillRect/>
          </a:stretch>
        </p:blipFill>
        <p:spPr>
          <a:xfrm>
            <a:off x="952287" y="1036800"/>
            <a:ext cx="9064625" cy="4619791"/>
          </a:xfrm>
          <a:prstGeom prst="rect">
            <a:avLst/>
          </a:prstGeom>
        </p:spPr>
      </p:pic>
    </p:spTree>
    <p:extLst>
      <p:ext uri="{BB962C8B-B14F-4D97-AF65-F5344CB8AC3E}">
        <p14:creationId xmlns:p14="http://schemas.microsoft.com/office/powerpoint/2010/main" val="4120152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192943-8DD3-44BD-ACCB-A74AB0171505}"/>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8875966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AXMLTEMPLATE" val="presentation_169"/>
  <p:tag name="SAXMLCOMPANYNAME" val="bosch"/>
  <p:tag name="MLTEMPLATEVERSION" val="2.0"/>
  <p:tag name="MLLANGUAGE" val="eng"/>
  <p:tag name="SAXCONVERSION" val="2"/>
</p:tagLst>
</file>

<file path=ppt/tags/tag2.xml><?xml version="1.0" encoding="utf-8"?>
<p:tagLst xmlns:a="http://schemas.openxmlformats.org/drawingml/2006/main" xmlns:r="http://schemas.openxmlformats.org/officeDocument/2006/relationships" xmlns:p="http://schemas.openxmlformats.org/presentationml/2006/main">
  <p:tag name="COLORSETCLASSNAME" val="ColorSet2"/>
  <p:tag name="COLORS" val="-2;-2;-2;-2;-1;-2"/>
</p:tagLst>
</file>

<file path=ppt/tags/tag3.xml><?xml version="1.0" encoding="utf-8"?>
<p:tagLst xmlns:a="http://schemas.openxmlformats.org/drawingml/2006/main" xmlns:r="http://schemas.openxmlformats.org/officeDocument/2006/relationships" xmlns:p="http://schemas.openxmlformats.org/presentationml/2006/main">
  <p:tag name="COLORSETCLASSNAME" val="ColorSet2"/>
  <p:tag name="COLORS" val="-2;-2;-2;-2;-1;-2"/>
</p:tagLst>
</file>

<file path=ppt/tags/tag4.xml><?xml version="1.0" encoding="utf-8"?>
<p:tagLst xmlns:a="http://schemas.openxmlformats.org/drawingml/2006/main" xmlns:r="http://schemas.openxmlformats.org/officeDocument/2006/relationships" xmlns:p="http://schemas.openxmlformats.org/presentationml/2006/main">
  <p:tag name="COLORSETCLASSNAME" val="ColorSet2"/>
  <p:tag name="COLORS" val="-2;-2;-2;-2;-1;-2"/>
</p:tagLst>
</file>

<file path=ppt/tags/tag5.xml><?xml version="1.0" encoding="utf-8"?>
<p:tagLst xmlns:a="http://schemas.openxmlformats.org/drawingml/2006/main" xmlns:r="http://schemas.openxmlformats.org/officeDocument/2006/relationships" xmlns:p="http://schemas.openxmlformats.org/presentationml/2006/main">
  <p:tag name="COLORSETCLASSNAME" val="ColorSet2"/>
  <p:tag name="COLORS" val="-2;-2;-2;-2;-1;-2"/>
</p:tagLst>
</file>

<file path=ppt/theme/theme1.xml><?xml version="1.0" encoding="utf-8"?>
<a:theme xmlns:a="http://schemas.openxmlformats.org/drawingml/2006/main" name="Bosch 2022">
  <a:themeElements>
    <a:clrScheme name="Bosch Blau">
      <a:dk1>
        <a:sysClr val="windowText" lastClr="000000"/>
      </a:dk1>
      <a:lt1>
        <a:sysClr val="window" lastClr="FFFFFF"/>
      </a:lt1>
      <a:dk2>
        <a:srgbClr val="424C58"/>
      </a:dk2>
      <a:lt2>
        <a:srgbClr val="B2B3B5"/>
      </a:lt2>
      <a:accent1>
        <a:srgbClr val="007BC0"/>
      </a:accent1>
      <a:accent2>
        <a:srgbClr val="004975"/>
      </a:accent2>
      <a:accent3>
        <a:srgbClr val="007BC0"/>
      </a:accent3>
      <a:accent4>
        <a:srgbClr val="004975"/>
      </a:accent4>
      <a:accent5>
        <a:srgbClr val="007BC0"/>
      </a:accent5>
      <a:accent6>
        <a:srgbClr val="004975"/>
      </a:accent6>
      <a:hlink>
        <a:srgbClr val="738CB4"/>
      </a:hlink>
      <a:folHlink>
        <a:srgbClr val="B0BBD0"/>
      </a:folHlink>
    </a:clrScheme>
    <a:fontScheme name="Bosch">
      <a:majorFont>
        <a:latin typeface="Bosch Office Sans"/>
        <a:ea typeface=""/>
        <a:cs typeface=""/>
      </a:majorFont>
      <a:minorFont>
        <a:latin typeface="Bosch Offic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9525" cap="flat" cmpd="sng" algn="ctr">
          <a:solidFill>
            <a:srgbClr val="3F136C"/>
          </a:solidFill>
          <a:prstDash val="solid"/>
        </a:ln>
        <a:effectLst/>
      </a:spPr>
      <a:bodyPr rtlCol="0" anchor="ctr"/>
      <a:lstStyle>
        <a:defPPr marL="0" marR="0" indent="0" algn="ctr" defTabSz="914400" eaLnBrk="1" fontAlgn="auto" latinLnBrk="0" hangingPunct="1">
          <a:lnSpc>
            <a:spcPct val="100000"/>
          </a:lnSpc>
          <a:spcBef>
            <a:spcPts val="0"/>
          </a:spcBef>
          <a:spcAft>
            <a:spcPts val="0"/>
          </a:spcAft>
          <a:buClrTx/>
          <a:buSzTx/>
          <a:buFontTx/>
          <a:buNone/>
          <a:tabLst/>
          <a:defRPr kumimoji="0" sz="1800" b="0" i="0" u="none" strike="noStrike" kern="0" cap="none" spc="0" normalizeH="0" baseline="0" noProof="0" dirty="0" smtClean="0">
            <a:ln>
              <a:noFill/>
            </a:ln>
            <a:solidFill>
              <a:srgbClr val="000000"/>
            </a:solidFill>
            <a:effectLst/>
            <a:uLnTx/>
            <a:uFillTx/>
            <a:latin typeface="Bosch Office Sans"/>
            <a:ea typeface="+mn-ea"/>
            <a:cs typeface="+mn-cs"/>
          </a:defRPr>
        </a:defPPr>
      </a:lstStyle>
    </a:spDef>
    <a:txDef>
      <a:spPr>
        <a:noFill/>
      </a:spPr>
      <a:bodyPr wrap="square" lIns="0" tIns="0" rIns="0" bIns="0" rtlCol="0">
        <a:noAutofit/>
      </a:bodyPr>
      <a:lstStyle>
        <a:defPPr marR="0" algn="l" defTabSz="914400" eaLnBrk="1" fontAlgn="auto" latinLnBrk="0" hangingPunct="1">
          <a:spcBef>
            <a:spcPts val="500"/>
          </a:spcBef>
          <a:spcAft>
            <a:spcPts val="0"/>
          </a:spcAft>
          <a:buClrTx/>
          <a:buSzTx/>
          <a:buFontTx/>
          <a:buNone/>
          <a:tabLst/>
          <a:defRPr kumimoji="0" sz="1800" b="0" i="0" u="none" strike="noStrike" kern="0" cap="none" spc="0" normalizeH="0" baseline="0" noProof="0" smtClean="0">
            <a:ln>
              <a:noFill/>
            </a:ln>
            <a:solidFill>
              <a:srgbClr val="000000"/>
            </a:solidFill>
            <a:effectLst/>
            <a:uLnTx/>
            <a:uFillTx/>
          </a:defRPr>
        </a:defPPr>
      </a:lstStyle>
    </a:txDef>
  </a:objectDefaults>
  <a:extraClrSchemeLst/>
  <a:custClrLst>
    <a:custClr name="Bosch Red 50">
      <a:srgbClr val="ED0007"/>
    </a:custClr>
    <a:custClr name="Bosch Purple 40">
      <a:srgbClr val="9E2896"/>
    </a:custClr>
    <a:custClr name="Bosch Purple 20">
      <a:srgbClr val="551151"/>
    </a:custClr>
    <a:custClr name="Bosch Blue 50">
      <a:srgbClr val="007BC0"/>
    </a:custClr>
    <a:custClr name="Bosch Blue 30">
      <a:srgbClr val="004975"/>
    </a:custClr>
    <a:custClr name="Bosch Turquoise 50">
      <a:srgbClr val="18837E"/>
    </a:custClr>
    <a:custClr name="Bosch Turquoise 30">
      <a:srgbClr val="0A4F4B"/>
    </a:custClr>
    <a:custClr name="Bosch Green 50">
      <a:srgbClr val="00884A"/>
    </a:custClr>
    <a:custClr name="Bosch Green 30">
      <a:srgbClr val="00512A"/>
    </a:custClr>
    <a:custClr name="Bosch Gray 50">
      <a:srgbClr val="71767C"/>
    </a:custClr>
  </a:custClrLst>
  <a:extLst>
    <a:ext uri="{05A4C25C-085E-4340-85A3-A5531E510DB2}">
      <thm15:themeFamily xmlns:thm15="http://schemas.microsoft.com/office/thememl/2012/main" name="template1.potx" id="{52924039-0E61-4818-99E1-D362E68D7D91}" vid="{B6C1A3BA-AF47-4731-9FD9-D2E65E1AD312}"/>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sax_Colors>
  <Line size="7">
    <Color val="9e2896" tooltip="Bosch Purple 40"/>
    <Color val="551151" tooltip="Bosch Purple 20"/>
  </Line>
  <Line size="7">
    <Color val="007bc0" tooltip="Bosch Blue 50"/>
    <Color val="004975" tooltip="Bosch Blue 30"/>
  </Line>
  <Line size="7">
    <Color val="18837e" tooltip="Bosch Turquoise 50"/>
    <Color val="0a4f4b" tooltip="Bosch Turquoise 30"/>
  </Line>
  <Line size="7">
    <Color val="00884a" tooltip="Bosch Green 50"/>
    <Color val="00512a" tooltip="Bosch Green 30"/>
  </Line>
</sax_Colors>
</file>

<file path=customXml/item2.xml><?xml version="1.0" encoding="utf-8"?>
<saxML>
  <saxMLTemplate>presentation_169</saxMLTemplate>
  <Variablen>
    <Variable>
      <Name>attachmentremark</Name>
      <OrgInhalt/>
      <Wert/>
      <Platzhalter>False</Platzhalter>
      <DocDatenDialog>True</DocDatenDialog>
      <Label>Attachment</Label>
      <FrageVar>False</FrageVar>
      <Prefix/>
      <Suffix/>
      <WegfallVar/>
      <MussFeld>False</MussFeld>
      <InDokument>True</InDokument>
      <Sektion>AttachmentRemark</Sektion>
      <Reihenfolge>0</Reihenfolge>
    </Variable>
    <Variable>
      <Name>departmentshort</Name>
      <OrgInhalt>ShzP/COR</OrgInhalt>
      <Wert>ShzP/COR</Wert>
      <Platzhalter>False</Platzhalter>
      <DocDatenDialog>True</DocDatenDialog>
      <Label>Authoring</Label>
      <FrageVar>False</FrageVar>
      <Prefix/>
      <Suffix/>
      <WegfallVar/>
      <MussFeld>False</MussFeld>
      <Trenner>
        <VariableVor>confidentiality</VariableVor>
        <VariableVor>businessunit</VariableVor>
        <Zwischen> | </Zwischen>
        <VariableNach>departmentshort</VariableNach>
      </Trenner>
      <InDokument>True</InDokument>
      <Sektion>Bosch_footer_1</Sektion>
      <Reihenfolge/>
    </Variable>
    <Variable>
      <Name>confidentiality</Name>
      <OrgInhalt>Internal</OrgInhalt>
      <Wert>Internal</Wert>
      <Platzhalter>False</Platzhalter>
      <DocDatenDialog>True</DocDatenDialog>
      <Label>Notation of confidentiality</Label>
      <FrageVar>False</FrageVar>
      <Prefix/>
      <Suffix/>
      <WegfallVar/>
      <ComboBox>
        <Option>Internal</Option>
        <Option>Confidential</Option>
        <Option>Strictly confidential</Option>
        <Option/>
      </ComboBox>
      <MussFeld>False</MussFeld>
      <InDokument>True</InDokument>
      <Sektion>Bosch_footer_1</Sektion>
      <Reihenfolge>0</Reihenfolge>
    </Variable>
    <Variable>
      <Name>copyright</Name>
      <OrgInhalt>© Taixiang Vehicle Replace Parts (Shenzhen) Co. Ltd. 2023. All rights reserved, also regarding any disposal, exploitation, reproduction, editing, distribution,  as well as in the event of applications for industrial property rights.</OrgInhalt>
      <Wert>© Taixiang Vehicle Replace Parts (Shenzhen) Co. Ltd. 2023. All rights reserved, also regarding any disposal, exploitation, reproduction, editing, distribution,  as well as in the event of applications for industrial property rights.</Wert>
      <Platzhalter>False</Platzhalter>
      <DocDatenDialog>False</DocDatenDialog>
      <Label>$tr_copyright$</Label>
      <FrageVar>False</FrageVar>
      <Prefix/>
      <Suffix/>
      <WegfallVar/>
      <MussFeld>False</MussFeld>
      <Trenner>
        <VariableVor>repositoryremark</VariableVor>
        <Zwischen>&lt;br&gt;</Zwischen>
        <VariableNach>copyright</VariableNach>
      </Trenner>
      <InDokument>True</InDokument>
      <Sektion>Bosch_footer_2</Sektion>
      <Reihenfolge/>
    </Variable>
    <Variable>
      <Name>dateformat</Name>
      <OrgInhalt>2023-11-13</OrgInhalt>
      <Wert>2023-11-13</Wert>
      <Platzhalter>False</Platzhalter>
      <DocDatenDialog>True</DocDatenDialog>
      <Label>Date</Label>
      <FrageVar>False</FrageVar>
      <Prefix/>
      <Suffix/>
      <WegfallVar/>
      <MussFeld>False</MussFeld>
      <Trenner>
        <VariableVor>departmentshort</VariableVor>
        <VariableVor>confidentiality</VariableVor>
        <VariableVor>businessunit</VariableVor>
        <Zwischen> | </Zwischen>
        <VariableNach>dateformat</VariableNach>
      </Trenner>
      <InDokument>True</InDokument>
      <Sektion>Bosch_footer_1</Sektion>
      <Reihenfolge>0</Reihenfolge>
    </Variable>
    <Variable>
      <Name>businessunit</Name>
      <OrgInhalt/>
      <Wert/>
      <Platzhalter>False</Platzhalter>
      <DocDatenDialog>False</DocDatenDialog>
      <Label>$tr_businessunit$</Label>
      <FrageVar>False</FrageVar>
      <Prefix/>
      <Suffix/>
      <WegfallVar/>
      <MussFeld>False</MussFeld>
      <Trenner>
        <VariableVor>confidentiality</VariableVor>
        <Zwischen> | </Zwischen>
        <VariableNach>businessunit</VariableNach>
      </Trenner>
      <InDokument>True</InDokument>
      <Sektion>Bosch_footer_1</Sektion>
      <Reihenfolge>0</Reihenfolge>
    </Variable>
    <Variable>
      <Name>repositoryremark</Name>
      <OrgInhalt/>
      <Wert/>
      <Platzhalter>False</Platzhalter>
      <DocDatenDialog>True</DocDatenDialog>
      <Label>Filing note</Label>
      <FrageVar>False</FrageVar>
      <Prefix/>
      <Suffix/>
      <WegfallVar/>
      <MussFeld>False</MussFeld>
      <InDokument>True</InDokument>
      <Sektion>Bosch_footer_2</Sektion>
      <Reihenfolge>0</Reihenfolge>
    </Variable>
  </Variablen>
</saxML>
</file>

<file path=customXml/itemProps1.xml><?xml version="1.0" encoding="utf-8"?>
<ds:datastoreItem xmlns:ds="http://schemas.openxmlformats.org/officeDocument/2006/customXml" ds:itemID="{D0252559-44F8-474C-B66D-E357B88E32C2}">
  <ds:schemaRefs/>
</ds:datastoreItem>
</file>

<file path=customXml/itemProps2.xml><?xml version="1.0" encoding="utf-8"?>
<ds:datastoreItem xmlns:ds="http://schemas.openxmlformats.org/officeDocument/2006/customXml" ds:itemID="{304CF217-3C90-4AA0-B541-CE45F9BD305E}">
  <ds:schemaRefs/>
</ds:datastoreItem>
</file>

<file path=docProps/app.xml><?xml version="1.0" encoding="utf-8"?>
<Properties xmlns="http://schemas.openxmlformats.org/officeDocument/2006/extended-properties" xmlns:vt="http://schemas.openxmlformats.org/officeDocument/2006/docPropsVTypes">
  <Template>presentation_169_1</Template>
  <TotalTime>27</TotalTime>
  <Words>463</Words>
  <Application>Microsoft Office PowerPoint</Application>
  <PresentationFormat>Custom</PresentationFormat>
  <Paragraphs>97</Paragraphs>
  <Slides>14</Slides>
  <Notes>1</Notes>
  <HiddenSlides>1</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1" baseType="lpstr">
      <vt:lpstr>Bosch Office Sans</vt:lpstr>
      <vt:lpstr>Calibri</vt:lpstr>
      <vt:lpstr>Century Gothic</vt:lpstr>
      <vt:lpstr>Symbol</vt:lpstr>
      <vt:lpstr>Wingdings</vt:lpstr>
      <vt:lpstr>Bosch 2022</vt:lpstr>
      <vt:lpstr>Microsoft Excel Worksheet</vt:lpstr>
      <vt:lpstr>FB Material feeding poka-yoke (Backend Programming) </vt:lpstr>
      <vt:lpstr>Concept: Technical description</vt:lpstr>
      <vt:lpstr>Concept: Technical requirement</vt:lpstr>
      <vt:lpstr>Concept : Software Flow</vt:lpstr>
      <vt:lpstr>Concept: Architecture Layer</vt:lpstr>
      <vt:lpstr>Demo</vt:lpstr>
      <vt:lpstr>Demo</vt:lpstr>
      <vt:lpstr>Demo</vt:lpstr>
      <vt:lpstr>Demo</vt:lpstr>
      <vt:lpstr>Demo</vt:lpstr>
      <vt:lpstr>Demo</vt:lpstr>
      <vt:lpstr>Demo</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FB Material feeding poka-yoke (Backend Programming) </dc:title>
  <dc:creator>Olarinde Joseph Korede (ShzP/COR)</dc:creator>
  <cp:lastModifiedBy>Olarinde Joseph Korede (ShzP/COR)</cp:lastModifiedBy>
  <cp:revision>1</cp:revision>
  <dcterms:created xsi:type="dcterms:W3CDTF">2023-11-13T04:10:36Z</dcterms:created>
  <dcterms:modified xsi:type="dcterms:W3CDTF">2023-11-13T04:37:53Z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ttachmentremark">
    <vt:lpwstr>$attachmentremark$</vt:lpwstr>
  </property>
  <property fmtid="{D5CDD505-2E9C-101B-9397-08002B2CF9AE}" pid="3" name="confidentiality">
    <vt:lpwstr>$confidentiality_internal$</vt:lpwstr>
  </property>
  <property fmtid="{D5CDD505-2E9C-101B-9397-08002B2CF9AE}" pid="4" name="copyright">
    <vt:lpwstr>$copyright$</vt:lpwstr>
  </property>
  <property fmtid="{D5CDD505-2E9C-101B-9397-08002B2CF9AE}" pid="5" name="dateformat">
    <vt:lpwstr>$dateformat$</vt:lpwstr>
  </property>
  <property fmtid="{D5CDD505-2E9C-101B-9397-08002B2CF9AE}" pid="6" name="businessunit">
    <vt:lpwstr>$businessunit$</vt:lpwstr>
  </property>
  <property fmtid="{D5CDD505-2E9C-101B-9397-08002B2CF9AE}" pid="7" name="repositoryremark">
    <vt:lpwstr>$repositoryremark$</vt:lpwstr>
  </property>
</Properties>
</file>